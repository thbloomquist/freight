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0"/>
  </p:notesMasterIdLst>
  <p:sldIdLst>
    <p:sldId id="695" r:id="rId3"/>
    <p:sldId id="671" r:id="rId4"/>
    <p:sldId id="696" r:id="rId5"/>
    <p:sldId id="697" r:id="rId6"/>
    <p:sldId id="700" r:id="rId7"/>
    <p:sldId id="699" r:id="rId8"/>
    <p:sldId id="69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86" d="100"/>
          <a:sy n="86" d="100"/>
        </p:scale>
        <p:origin x="5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F0B335-2B8F-4C58-BF24-6F16A6145C76}" type="datetimeFigureOut">
              <a:rPr lang="en-US" smtClean="0"/>
              <a:t>3/14/2019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4664A5-F0D6-49B1-8DBA-F81D287C8787}" type="slidenum">
              <a:rPr lang="en-US" smtClean="0"/>
              <a:t>‹#›</a:t>
            </a:fld>
            <a:endParaRPr lang="en-US"/>
          </a:p>
        </p:txBody>
      </p:sp>
    </p:spTree>
    <p:extLst>
      <p:ext uri="{BB962C8B-B14F-4D97-AF65-F5344CB8AC3E}">
        <p14:creationId xmlns:p14="http://schemas.microsoft.com/office/powerpoint/2010/main" val="513541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xfrm>
            <a:off x="406400" y="696913"/>
            <a:ext cx="6197600" cy="3486150"/>
          </a:xfrm>
          <a:ln/>
        </p:spPr>
      </p:sp>
      <p:sp>
        <p:nvSpPr>
          <p:cNvPr id="43011" name="Notes Placeholder 2"/>
          <p:cNvSpPr>
            <a:spLocks noGrp="1"/>
          </p:cNvSpPr>
          <p:nvPr>
            <p:ph type="body" idx="1"/>
          </p:nvPr>
        </p:nvSpPr>
        <p:spPr>
          <a:noFill/>
          <a:ln/>
        </p:spPr>
        <p:txBody>
          <a:bodyPr/>
          <a:lstStyle/>
          <a:p>
            <a:endParaRPr lang="en-US" dirty="0"/>
          </a:p>
        </p:txBody>
      </p:sp>
      <p:sp>
        <p:nvSpPr>
          <p:cNvPr id="4" name="Slide Number Placeholder 3"/>
          <p:cNvSpPr txBox="1">
            <a:spLocks noGrp="1"/>
          </p:cNvSpPr>
          <p:nvPr/>
        </p:nvSpPr>
        <p:spPr bwMode="auto">
          <a:xfrm>
            <a:off x="3972249" y="8828272"/>
            <a:ext cx="3036583" cy="466554"/>
          </a:xfrm>
          <a:prstGeom prst="rect">
            <a:avLst/>
          </a:prstGeom>
          <a:noFill/>
          <a:ln>
            <a:miter lim="800000"/>
            <a:headEnd/>
            <a:tailEnd/>
          </a:ln>
        </p:spPr>
        <p:txBody>
          <a:bodyPr lIns="93038" tIns="46519" rIns="93038" bIns="46519" anchor="b"/>
          <a:lstStyle/>
          <a:p>
            <a:pPr marL="0" marR="0" lvl="0" indent="0" algn="r" defTabSz="914400" rtl="0" eaLnBrk="1" fontAlgn="base" latinLnBrk="0" hangingPunct="1">
              <a:lnSpc>
                <a:spcPct val="100000"/>
              </a:lnSpc>
              <a:spcBef>
                <a:spcPct val="0"/>
              </a:spcBef>
              <a:spcAft>
                <a:spcPct val="0"/>
              </a:spcAft>
              <a:buClrTx/>
              <a:buSzTx/>
              <a:buFontTx/>
              <a:buNone/>
              <a:tabLst/>
              <a:defRPr/>
            </a:pPr>
            <a:fld id="{2A3F54B4-AFA4-4774-856B-18BFE5C8D093}" type="slidenum">
              <a:rPr kumimoji="0" lang="en-GB" sz="1200" b="0" i="0" u="none" strike="noStrike" kern="1200" cap="none" spc="0" normalizeH="0" baseline="0" noProof="0">
                <a:ln>
                  <a:noFill/>
                </a:ln>
                <a:solidFill>
                  <a:srgbClr val="000000"/>
                </a:solidFill>
                <a:effectLst/>
                <a:uLnTx/>
                <a:uFillTx/>
                <a:latin typeface="Gill Sans" pitchFamily="-1" charset="0"/>
                <a:ea typeface="ヒラギノ角ゴ ProN W3" pitchFamily="-1" charset="-128"/>
                <a:cs typeface="+mn-cs"/>
                <a:sym typeface="Gill Sans" pitchFamily="-1"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GB" sz="1200" b="0" i="0" u="none" strike="noStrike" kern="1200" cap="none" spc="0" normalizeH="0" baseline="0" noProof="0" dirty="0">
              <a:ln>
                <a:noFill/>
              </a:ln>
              <a:solidFill>
                <a:srgbClr val="000000"/>
              </a:solidFill>
              <a:effectLst/>
              <a:uLnTx/>
              <a:uFillTx/>
              <a:latin typeface="Gill Sans" pitchFamily="-1" charset="0"/>
              <a:ea typeface="ヒラギノ角ゴ ProN W3" pitchFamily="-1" charset="-128"/>
              <a:cs typeface="+mn-cs"/>
              <a:sym typeface="Gill Sans" pitchFamily="-1" charset="0"/>
            </a:endParaRPr>
          </a:p>
        </p:txBody>
      </p:sp>
    </p:spTree>
    <p:extLst>
      <p:ext uri="{BB962C8B-B14F-4D97-AF65-F5344CB8AC3E}">
        <p14:creationId xmlns:p14="http://schemas.microsoft.com/office/powerpoint/2010/main" val="2022459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xfrm>
            <a:off x="406400" y="696913"/>
            <a:ext cx="6197600" cy="3486150"/>
          </a:xfrm>
          <a:ln/>
        </p:spPr>
      </p:sp>
      <p:sp>
        <p:nvSpPr>
          <p:cNvPr id="43011" name="Notes Placeholder 2"/>
          <p:cNvSpPr>
            <a:spLocks noGrp="1"/>
          </p:cNvSpPr>
          <p:nvPr>
            <p:ph type="body" idx="1"/>
          </p:nvPr>
        </p:nvSpPr>
        <p:spPr>
          <a:noFill/>
          <a:ln/>
        </p:spPr>
        <p:txBody>
          <a:bodyPr/>
          <a:lstStyle/>
          <a:p>
            <a:endParaRPr lang="en-US" dirty="0"/>
          </a:p>
        </p:txBody>
      </p:sp>
      <p:sp>
        <p:nvSpPr>
          <p:cNvPr id="4" name="Slide Number Placeholder 3"/>
          <p:cNvSpPr txBox="1">
            <a:spLocks noGrp="1"/>
          </p:cNvSpPr>
          <p:nvPr/>
        </p:nvSpPr>
        <p:spPr bwMode="auto">
          <a:xfrm>
            <a:off x="3972249" y="8828272"/>
            <a:ext cx="3036583" cy="466554"/>
          </a:xfrm>
          <a:prstGeom prst="rect">
            <a:avLst/>
          </a:prstGeom>
          <a:noFill/>
          <a:ln>
            <a:miter lim="800000"/>
            <a:headEnd/>
            <a:tailEnd/>
          </a:ln>
        </p:spPr>
        <p:txBody>
          <a:bodyPr lIns="93038" tIns="46519" rIns="93038" bIns="46519" anchor="b"/>
          <a:lstStyle/>
          <a:p>
            <a:pPr marL="0" marR="0" lvl="0" indent="0" algn="r" defTabSz="914400" rtl="0" eaLnBrk="1" fontAlgn="base" latinLnBrk="0" hangingPunct="1">
              <a:lnSpc>
                <a:spcPct val="100000"/>
              </a:lnSpc>
              <a:spcBef>
                <a:spcPct val="0"/>
              </a:spcBef>
              <a:spcAft>
                <a:spcPct val="0"/>
              </a:spcAft>
              <a:buClrTx/>
              <a:buSzTx/>
              <a:buFontTx/>
              <a:buNone/>
              <a:tabLst/>
              <a:defRPr/>
            </a:pPr>
            <a:fld id="{2A3F54B4-AFA4-4774-856B-18BFE5C8D093}" type="slidenum">
              <a:rPr kumimoji="0" lang="en-GB" sz="1200" b="0" i="0" u="none" strike="noStrike" kern="1200" cap="none" spc="0" normalizeH="0" baseline="0" noProof="0">
                <a:ln>
                  <a:noFill/>
                </a:ln>
                <a:solidFill>
                  <a:srgbClr val="000000"/>
                </a:solidFill>
                <a:effectLst/>
                <a:uLnTx/>
                <a:uFillTx/>
                <a:latin typeface="Gill Sans" pitchFamily="-1" charset="0"/>
                <a:ea typeface="ヒラギノ角ゴ ProN W3" pitchFamily="-1" charset="-128"/>
                <a:cs typeface="+mn-cs"/>
                <a:sym typeface="Gill Sans" pitchFamily="-1"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GB" sz="1200" b="0" i="0" u="none" strike="noStrike" kern="1200" cap="none" spc="0" normalizeH="0" baseline="0" noProof="0" dirty="0">
              <a:ln>
                <a:noFill/>
              </a:ln>
              <a:solidFill>
                <a:srgbClr val="000000"/>
              </a:solidFill>
              <a:effectLst/>
              <a:uLnTx/>
              <a:uFillTx/>
              <a:latin typeface="Gill Sans" pitchFamily="-1" charset="0"/>
              <a:ea typeface="ヒラギノ角ゴ ProN W3" pitchFamily="-1" charset="-128"/>
              <a:cs typeface="+mn-cs"/>
              <a:sym typeface="Gill Sans" pitchFamily="-1" charset="0"/>
            </a:endParaRPr>
          </a:p>
        </p:txBody>
      </p:sp>
    </p:spTree>
    <p:extLst>
      <p:ext uri="{BB962C8B-B14F-4D97-AF65-F5344CB8AC3E}">
        <p14:creationId xmlns:p14="http://schemas.microsoft.com/office/powerpoint/2010/main" val="2794163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xfrm>
            <a:off x="406400" y="696913"/>
            <a:ext cx="6197600" cy="3486150"/>
          </a:xfrm>
          <a:ln/>
        </p:spPr>
      </p:sp>
      <p:sp>
        <p:nvSpPr>
          <p:cNvPr id="43011" name="Notes Placeholder 2"/>
          <p:cNvSpPr>
            <a:spLocks noGrp="1"/>
          </p:cNvSpPr>
          <p:nvPr>
            <p:ph type="body" idx="1"/>
          </p:nvPr>
        </p:nvSpPr>
        <p:spPr>
          <a:noFill/>
          <a:ln/>
        </p:spPr>
        <p:txBody>
          <a:bodyPr/>
          <a:lstStyle/>
          <a:p>
            <a:endParaRPr lang="en-US" dirty="0"/>
          </a:p>
        </p:txBody>
      </p:sp>
      <p:sp>
        <p:nvSpPr>
          <p:cNvPr id="4" name="Slide Number Placeholder 3"/>
          <p:cNvSpPr txBox="1">
            <a:spLocks noGrp="1"/>
          </p:cNvSpPr>
          <p:nvPr/>
        </p:nvSpPr>
        <p:spPr bwMode="auto">
          <a:xfrm>
            <a:off x="3972249" y="8828272"/>
            <a:ext cx="3036583" cy="466554"/>
          </a:xfrm>
          <a:prstGeom prst="rect">
            <a:avLst/>
          </a:prstGeom>
          <a:noFill/>
          <a:ln>
            <a:miter lim="800000"/>
            <a:headEnd/>
            <a:tailEnd/>
          </a:ln>
        </p:spPr>
        <p:txBody>
          <a:bodyPr lIns="93038" tIns="46519" rIns="93038" bIns="46519" anchor="b"/>
          <a:lstStyle/>
          <a:p>
            <a:pPr marL="0" marR="0" lvl="0" indent="0" algn="r" defTabSz="914400" rtl="0" eaLnBrk="1" fontAlgn="base" latinLnBrk="0" hangingPunct="1">
              <a:lnSpc>
                <a:spcPct val="100000"/>
              </a:lnSpc>
              <a:spcBef>
                <a:spcPct val="0"/>
              </a:spcBef>
              <a:spcAft>
                <a:spcPct val="0"/>
              </a:spcAft>
              <a:buClrTx/>
              <a:buSzTx/>
              <a:buFontTx/>
              <a:buNone/>
              <a:tabLst/>
              <a:defRPr/>
            </a:pPr>
            <a:fld id="{2A3F54B4-AFA4-4774-856B-18BFE5C8D093}" type="slidenum">
              <a:rPr kumimoji="0" lang="en-GB" sz="1200" b="0" i="0" u="none" strike="noStrike" kern="1200" cap="none" spc="0" normalizeH="0" baseline="0" noProof="0">
                <a:ln>
                  <a:noFill/>
                </a:ln>
                <a:solidFill>
                  <a:srgbClr val="000000"/>
                </a:solidFill>
                <a:effectLst/>
                <a:uLnTx/>
                <a:uFillTx/>
                <a:latin typeface="Gill Sans" pitchFamily="-1" charset="0"/>
                <a:ea typeface="ヒラギノ角ゴ ProN W3" pitchFamily="-1" charset="-128"/>
                <a:cs typeface="+mn-cs"/>
                <a:sym typeface="Gill Sans" pitchFamily="-1"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GB" sz="1200" b="0" i="0" u="none" strike="noStrike" kern="1200" cap="none" spc="0" normalizeH="0" baseline="0" noProof="0" dirty="0">
              <a:ln>
                <a:noFill/>
              </a:ln>
              <a:solidFill>
                <a:srgbClr val="000000"/>
              </a:solidFill>
              <a:effectLst/>
              <a:uLnTx/>
              <a:uFillTx/>
              <a:latin typeface="Gill Sans" pitchFamily="-1" charset="0"/>
              <a:ea typeface="ヒラギノ角ゴ ProN W3" pitchFamily="-1" charset="-128"/>
              <a:cs typeface="+mn-cs"/>
              <a:sym typeface="Gill Sans" pitchFamily="-1" charset="0"/>
            </a:endParaRPr>
          </a:p>
        </p:txBody>
      </p:sp>
    </p:spTree>
    <p:extLst>
      <p:ext uri="{BB962C8B-B14F-4D97-AF65-F5344CB8AC3E}">
        <p14:creationId xmlns:p14="http://schemas.microsoft.com/office/powerpoint/2010/main" val="2977096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xfrm>
            <a:off x="406400" y="696913"/>
            <a:ext cx="6197600" cy="3486150"/>
          </a:xfrm>
          <a:ln/>
        </p:spPr>
      </p:sp>
      <p:sp>
        <p:nvSpPr>
          <p:cNvPr id="43011" name="Notes Placeholder 2"/>
          <p:cNvSpPr>
            <a:spLocks noGrp="1"/>
          </p:cNvSpPr>
          <p:nvPr>
            <p:ph type="body" idx="1"/>
          </p:nvPr>
        </p:nvSpPr>
        <p:spPr>
          <a:noFill/>
          <a:ln/>
        </p:spPr>
        <p:txBody>
          <a:bodyPr/>
          <a:lstStyle/>
          <a:p>
            <a:endParaRPr lang="en-US" dirty="0"/>
          </a:p>
        </p:txBody>
      </p:sp>
      <p:sp>
        <p:nvSpPr>
          <p:cNvPr id="4" name="Slide Number Placeholder 3"/>
          <p:cNvSpPr txBox="1">
            <a:spLocks noGrp="1"/>
          </p:cNvSpPr>
          <p:nvPr/>
        </p:nvSpPr>
        <p:spPr bwMode="auto">
          <a:xfrm>
            <a:off x="3972249" y="8828272"/>
            <a:ext cx="3036583" cy="466554"/>
          </a:xfrm>
          <a:prstGeom prst="rect">
            <a:avLst/>
          </a:prstGeom>
          <a:noFill/>
          <a:ln>
            <a:miter lim="800000"/>
            <a:headEnd/>
            <a:tailEnd/>
          </a:ln>
        </p:spPr>
        <p:txBody>
          <a:bodyPr lIns="93038" tIns="46519" rIns="93038" bIns="46519" anchor="b"/>
          <a:lstStyle/>
          <a:p>
            <a:pPr marL="0" marR="0" lvl="0" indent="0" algn="r" defTabSz="914400" rtl="0" eaLnBrk="1" fontAlgn="base" latinLnBrk="0" hangingPunct="1">
              <a:lnSpc>
                <a:spcPct val="100000"/>
              </a:lnSpc>
              <a:spcBef>
                <a:spcPct val="0"/>
              </a:spcBef>
              <a:spcAft>
                <a:spcPct val="0"/>
              </a:spcAft>
              <a:buClrTx/>
              <a:buSzTx/>
              <a:buFontTx/>
              <a:buNone/>
              <a:tabLst/>
              <a:defRPr/>
            </a:pPr>
            <a:fld id="{2A3F54B4-AFA4-4774-856B-18BFE5C8D093}" type="slidenum">
              <a:rPr kumimoji="0" lang="en-GB" sz="1200" b="0" i="0" u="none" strike="noStrike" kern="1200" cap="none" spc="0" normalizeH="0" baseline="0" noProof="0">
                <a:ln>
                  <a:noFill/>
                </a:ln>
                <a:solidFill>
                  <a:srgbClr val="000000"/>
                </a:solidFill>
                <a:effectLst/>
                <a:uLnTx/>
                <a:uFillTx/>
                <a:latin typeface="Gill Sans" pitchFamily="-1" charset="0"/>
                <a:ea typeface="ヒラギノ角ゴ ProN W3" pitchFamily="-1" charset="-128"/>
                <a:cs typeface="+mn-cs"/>
                <a:sym typeface="Gill Sans" pitchFamily="-1"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GB" sz="1200" b="0" i="0" u="none" strike="noStrike" kern="1200" cap="none" spc="0" normalizeH="0" baseline="0" noProof="0" dirty="0">
              <a:ln>
                <a:noFill/>
              </a:ln>
              <a:solidFill>
                <a:srgbClr val="000000"/>
              </a:solidFill>
              <a:effectLst/>
              <a:uLnTx/>
              <a:uFillTx/>
              <a:latin typeface="Gill Sans" pitchFamily="-1" charset="0"/>
              <a:ea typeface="ヒラギノ角ゴ ProN W3" pitchFamily="-1" charset="-128"/>
              <a:cs typeface="+mn-cs"/>
              <a:sym typeface="Gill Sans" pitchFamily="-1" charset="0"/>
            </a:endParaRPr>
          </a:p>
        </p:txBody>
      </p:sp>
    </p:spTree>
    <p:extLst>
      <p:ext uri="{BB962C8B-B14F-4D97-AF65-F5344CB8AC3E}">
        <p14:creationId xmlns:p14="http://schemas.microsoft.com/office/powerpoint/2010/main" val="3229209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xfrm>
            <a:off x="406400" y="696913"/>
            <a:ext cx="6197600" cy="3486150"/>
          </a:xfrm>
          <a:ln/>
        </p:spPr>
      </p:sp>
      <p:sp>
        <p:nvSpPr>
          <p:cNvPr id="43011" name="Notes Placeholder 2"/>
          <p:cNvSpPr>
            <a:spLocks noGrp="1"/>
          </p:cNvSpPr>
          <p:nvPr>
            <p:ph type="body" idx="1"/>
          </p:nvPr>
        </p:nvSpPr>
        <p:spPr>
          <a:noFill/>
          <a:ln/>
        </p:spPr>
        <p:txBody>
          <a:bodyPr/>
          <a:lstStyle/>
          <a:p>
            <a:endParaRPr lang="en-US" dirty="0"/>
          </a:p>
        </p:txBody>
      </p:sp>
      <p:sp>
        <p:nvSpPr>
          <p:cNvPr id="4" name="Slide Number Placeholder 3"/>
          <p:cNvSpPr txBox="1">
            <a:spLocks noGrp="1"/>
          </p:cNvSpPr>
          <p:nvPr/>
        </p:nvSpPr>
        <p:spPr bwMode="auto">
          <a:xfrm>
            <a:off x="3972249" y="8828272"/>
            <a:ext cx="3036583" cy="466554"/>
          </a:xfrm>
          <a:prstGeom prst="rect">
            <a:avLst/>
          </a:prstGeom>
          <a:noFill/>
          <a:ln>
            <a:miter lim="800000"/>
            <a:headEnd/>
            <a:tailEnd/>
          </a:ln>
        </p:spPr>
        <p:txBody>
          <a:bodyPr lIns="93038" tIns="46519" rIns="93038" bIns="46519" anchor="b"/>
          <a:lstStyle/>
          <a:p>
            <a:pPr marL="0" marR="0" lvl="0" indent="0" algn="r" defTabSz="914400" rtl="0" eaLnBrk="1" fontAlgn="base" latinLnBrk="0" hangingPunct="1">
              <a:lnSpc>
                <a:spcPct val="100000"/>
              </a:lnSpc>
              <a:spcBef>
                <a:spcPct val="0"/>
              </a:spcBef>
              <a:spcAft>
                <a:spcPct val="0"/>
              </a:spcAft>
              <a:buClrTx/>
              <a:buSzTx/>
              <a:buFontTx/>
              <a:buNone/>
              <a:tabLst/>
              <a:defRPr/>
            </a:pPr>
            <a:fld id="{2A3F54B4-AFA4-4774-856B-18BFE5C8D093}" type="slidenum">
              <a:rPr kumimoji="0" lang="en-GB" sz="1200" b="0" i="0" u="none" strike="noStrike" kern="1200" cap="none" spc="0" normalizeH="0" baseline="0" noProof="0">
                <a:ln>
                  <a:noFill/>
                </a:ln>
                <a:solidFill>
                  <a:srgbClr val="000000"/>
                </a:solidFill>
                <a:effectLst/>
                <a:uLnTx/>
                <a:uFillTx/>
                <a:latin typeface="Gill Sans" pitchFamily="-1" charset="0"/>
                <a:ea typeface="ヒラギノ角ゴ ProN W3" pitchFamily="-1" charset="-128"/>
                <a:cs typeface="+mn-cs"/>
                <a:sym typeface="Gill Sans" pitchFamily="-1"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GB" sz="1200" b="0" i="0" u="none" strike="noStrike" kern="1200" cap="none" spc="0" normalizeH="0" baseline="0" noProof="0" dirty="0">
              <a:ln>
                <a:noFill/>
              </a:ln>
              <a:solidFill>
                <a:srgbClr val="000000"/>
              </a:solidFill>
              <a:effectLst/>
              <a:uLnTx/>
              <a:uFillTx/>
              <a:latin typeface="Gill Sans" pitchFamily="-1" charset="0"/>
              <a:ea typeface="ヒラギノ角ゴ ProN W3" pitchFamily="-1" charset="-128"/>
              <a:cs typeface="+mn-cs"/>
              <a:sym typeface="Gill Sans" pitchFamily="-1" charset="0"/>
            </a:endParaRPr>
          </a:p>
        </p:txBody>
      </p:sp>
    </p:spTree>
    <p:extLst>
      <p:ext uri="{BB962C8B-B14F-4D97-AF65-F5344CB8AC3E}">
        <p14:creationId xmlns:p14="http://schemas.microsoft.com/office/powerpoint/2010/main" val="4202124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xfrm>
            <a:off x="406400" y="696913"/>
            <a:ext cx="6197600" cy="3486150"/>
          </a:xfrm>
          <a:ln/>
        </p:spPr>
      </p:sp>
      <p:sp>
        <p:nvSpPr>
          <p:cNvPr id="43011" name="Notes Placeholder 2"/>
          <p:cNvSpPr>
            <a:spLocks noGrp="1"/>
          </p:cNvSpPr>
          <p:nvPr>
            <p:ph type="body" idx="1"/>
          </p:nvPr>
        </p:nvSpPr>
        <p:spPr>
          <a:noFill/>
          <a:ln/>
        </p:spPr>
        <p:txBody>
          <a:bodyPr/>
          <a:lstStyle/>
          <a:p>
            <a:endParaRPr lang="en-US" dirty="0"/>
          </a:p>
        </p:txBody>
      </p:sp>
      <p:sp>
        <p:nvSpPr>
          <p:cNvPr id="4" name="Slide Number Placeholder 3"/>
          <p:cNvSpPr txBox="1">
            <a:spLocks noGrp="1"/>
          </p:cNvSpPr>
          <p:nvPr/>
        </p:nvSpPr>
        <p:spPr bwMode="auto">
          <a:xfrm>
            <a:off x="3972249" y="8828272"/>
            <a:ext cx="3036583" cy="466554"/>
          </a:xfrm>
          <a:prstGeom prst="rect">
            <a:avLst/>
          </a:prstGeom>
          <a:noFill/>
          <a:ln>
            <a:miter lim="800000"/>
            <a:headEnd/>
            <a:tailEnd/>
          </a:ln>
        </p:spPr>
        <p:txBody>
          <a:bodyPr lIns="93038" tIns="46519" rIns="93038" bIns="46519" anchor="b"/>
          <a:lstStyle/>
          <a:p>
            <a:pPr marL="0" marR="0" lvl="0" indent="0" algn="r" defTabSz="914400" rtl="0" eaLnBrk="1" fontAlgn="base" latinLnBrk="0" hangingPunct="1">
              <a:lnSpc>
                <a:spcPct val="100000"/>
              </a:lnSpc>
              <a:spcBef>
                <a:spcPct val="0"/>
              </a:spcBef>
              <a:spcAft>
                <a:spcPct val="0"/>
              </a:spcAft>
              <a:buClrTx/>
              <a:buSzTx/>
              <a:buFontTx/>
              <a:buNone/>
              <a:tabLst/>
              <a:defRPr/>
            </a:pPr>
            <a:fld id="{2A3F54B4-AFA4-4774-856B-18BFE5C8D093}" type="slidenum">
              <a:rPr kumimoji="0" lang="en-GB" sz="1200" b="0" i="0" u="none" strike="noStrike" kern="1200" cap="none" spc="0" normalizeH="0" baseline="0" noProof="0">
                <a:ln>
                  <a:noFill/>
                </a:ln>
                <a:solidFill>
                  <a:srgbClr val="000000"/>
                </a:solidFill>
                <a:effectLst/>
                <a:uLnTx/>
                <a:uFillTx/>
                <a:latin typeface="Gill Sans" pitchFamily="-1" charset="0"/>
                <a:ea typeface="ヒラギノ角ゴ ProN W3" pitchFamily="-1" charset="-128"/>
                <a:cs typeface="+mn-cs"/>
                <a:sym typeface="Gill Sans" pitchFamily="-1"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GB" sz="1200" b="0" i="0" u="none" strike="noStrike" kern="1200" cap="none" spc="0" normalizeH="0" baseline="0" noProof="0" dirty="0">
              <a:ln>
                <a:noFill/>
              </a:ln>
              <a:solidFill>
                <a:srgbClr val="000000"/>
              </a:solidFill>
              <a:effectLst/>
              <a:uLnTx/>
              <a:uFillTx/>
              <a:latin typeface="Gill Sans" pitchFamily="-1" charset="0"/>
              <a:ea typeface="ヒラギノ角ゴ ProN W3" pitchFamily="-1" charset="-128"/>
              <a:cs typeface="+mn-cs"/>
              <a:sym typeface="Gill Sans" pitchFamily="-1" charset="0"/>
            </a:endParaRPr>
          </a:p>
        </p:txBody>
      </p:sp>
    </p:spTree>
    <p:extLst>
      <p:ext uri="{BB962C8B-B14F-4D97-AF65-F5344CB8AC3E}">
        <p14:creationId xmlns:p14="http://schemas.microsoft.com/office/powerpoint/2010/main" val="3637884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3814" y="2130848"/>
            <a:ext cx="10364390" cy="1470049"/>
          </a:xfrm>
        </p:spPr>
        <p:txBody>
          <a:bodyPr/>
          <a:lstStyle/>
          <a:p>
            <a:r>
              <a:rPr lang="en-US"/>
              <a:t>Click to edit Master title style</a:t>
            </a:r>
          </a:p>
        </p:txBody>
      </p:sp>
      <p:sp>
        <p:nvSpPr>
          <p:cNvPr id="3" name="Subtitle 2"/>
          <p:cNvSpPr>
            <a:spLocks noGrp="1"/>
          </p:cNvSpPr>
          <p:nvPr>
            <p:ph type="subTitle" idx="1"/>
          </p:nvPr>
        </p:nvSpPr>
        <p:spPr>
          <a:xfrm>
            <a:off x="1829098" y="3886655"/>
            <a:ext cx="8533806" cy="1752451"/>
          </a:xfrm>
          <a:prstGeom prst="rect">
            <a:avLst/>
          </a:prstGeom>
        </p:spPr>
        <p:txBody>
          <a:bodyPr vert="horz" lIns="91394" tIns="45698" rIns="91394" bIns="45698"/>
          <a:lstStyle>
            <a:lvl1pPr marL="0" indent="0" algn="ctr">
              <a:buNone/>
              <a:defRPr/>
            </a:lvl1pPr>
            <a:lvl2pPr marL="321293" indent="0" algn="ctr">
              <a:buNone/>
              <a:defRPr/>
            </a:lvl2pPr>
            <a:lvl3pPr marL="642588" indent="0" algn="ctr">
              <a:buNone/>
              <a:defRPr/>
            </a:lvl3pPr>
            <a:lvl4pPr marL="963882" indent="0" algn="ctr">
              <a:buNone/>
              <a:defRPr/>
            </a:lvl4pPr>
            <a:lvl5pPr marL="1285174" indent="0" algn="ctr">
              <a:buNone/>
              <a:defRPr/>
            </a:lvl5pPr>
            <a:lvl6pPr marL="1606467" indent="0" algn="ctr">
              <a:buNone/>
              <a:defRPr/>
            </a:lvl6pPr>
            <a:lvl7pPr marL="1927761" indent="0" algn="ctr">
              <a:buNone/>
              <a:defRPr/>
            </a:lvl7pPr>
            <a:lvl8pPr marL="2249056" indent="0" algn="ctr">
              <a:buNone/>
              <a:defRPr/>
            </a:lvl8pPr>
            <a:lvl9pPr marL="2570349" indent="0" algn="ctr">
              <a:buNone/>
              <a:defRPr/>
            </a:lvl9pPr>
          </a:lstStyle>
          <a:p>
            <a:r>
              <a:rPr lang="en-US"/>
              <a:t>Click to edit Master subtitle style</a:t>
            </a:r>
          </a:p>
        </p:txBody>
      </p:sp>
    </p:spTree>
    <p:extLst>
      <p:ext uri="{BB962C8B-B14F-4D97-AF65-F5344CB8AC3E}">
        <p14:creationId xmlns:p14="http://schemas.microsoft.com/office/powerpoint/2010/main" val="5421951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610204" y="1600655"/>
            <a:ext cx="10971610" cy="4525119"/>
          </a:xfrm>
          <a:prstGeom prst="rect">
            <a:avLst/>
          </a:prstGeom>
        </p:spPr>
        <p:txBody>
          <a:bodyPr vert="horz" lIns="91394" tIns="45698" rIns="91394" bIns="45698"/>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631048"/>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28" y="4406802"/>
            <a:ext cx="10362901" cy="1361777"/>
          </a:xfrm>
        </p:spPr>
        <p:txBody>
          <a:bodyPr anchor="t"/>
          <a:lstStyle>
            <a:lvl1pPr algn="l">
              <a:defRPr sz="2742" b="1" cap="all"/>
            </a:lvl1pPr>
          </a:lstStyle>
          <a:p>
            <a:r>
              <a:rPr lang="en-US"/>
              <a:t>Click to edit Master title style</a:t>
            </a:r>
          </a:p>
        </p:txBody>
      </p:sp>
      <p:sp>
        <p:nvSpPr>
          <p:cNvPr id="3" name="Text Placeholder 2"/>
          <p:cNvSpPr>
            <a:spLocks noGrp="1"/>
          </p:cNvSpPr>
          <p:nvPr>
            <p:ph type="body" idx="1"/>
          </p:nvPr>
        </p:nvSpPr>
        <p:spPr>
          <a:xfrm>
            <a:off x="962928" y="2906613"/>
            <a:ext cx="10362901" cy="1500188"/>
          </a:xfrm>
          <a:prstGeom prst="rect">
            <a:avLst/>
          </a:prstGeom>
        </p:spPr>
        <p:txBody>
          <a:bodyPr vert="horz" lIns="91394" tIns="45698" rIns="91394" bIns="45698" anchor="b"/>
          <a:lstStyle>
            <a:lvl1pPr marL="0" indent="0">
              <a:buNone/>
              <a:defRPr sz="1406"/>
            </a:lvl1pPr>
            <a:lvl2pPr marL="321293" indent="0">
              <a:buNone/>
              <a:defRPr sz="1266"/>
            </a:lvl2pPr>
            <a:lvl3pPr marL="642588" indent="0">
              <a:buNone/>
              <a:defRPr sz="1125"/>
            </a:lvl3pPr>
            <a:lvl4pPr marL="963882" indent="0">
              <a:buNone/>
              <a:defRPr sz="984"/>
            </a:lvl4pPr>
            <a:lvl5pPr marL="1285174" indent="0">
              <a:buNone/>
              <a:defRPr sz="984"/>
            </a:lvl5pPr>
            <a:lvl6pPr marL="1606467" indent="0">
              <a:buNone/>
              <a:defRPr sz="984"/>
            </a:lvl6pPr>
            <a:lvl7pPr marL="1927761" indent="0">
              <a:buNone/>
              <a:defRPr sz="984"/>
            </a:lvl7pPr>
            <a:lvl8pPr marL="2249056" indent="0">
              <a:buNone/>
              <a:defRPr sz="984"/>
            </a:lvl8pPr>
            <a:lvl9pPr marL="2570349" indent="0">
              <a:buNone/>
              <a:defRPr sz="984"/>
            </a:lvl9pPr>
          </a:lstStyle>
          <a:p>
            <a:pPr lvl="0"/>
            <a:r>
              <a:rPr lang="en-US"/>
              <a:t>Click to edit Master text styles</a:t>
            </a:r>
          </a:p>
        </p:txBody>
      </p:sp>
    </p:spTree>
    <p:extLst>
      <p:ext uri="{BB962C8B-B14F-4D97-AF65-F5344CB8AC3E}">
        <p14:creationId xmlns:p14="http://schemas.microsoft.com/office/powerpoint/2010/main" val="1040174148"/>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10205" y="1600655"/>
            <a:ext cx="5414367" cy="4525119"/>
          </a:xfrm>
          <a:prstGeom prst="rect">
            <a:avLst/>
          </a:prstGeom>
        </p:spPr>
        <p:txBody>
          <a:bodyPr vert="horz" lIns="91394" tIns="45698" rIns="91394" bIns="45698"/>
          <a:lstStyle>
            <a:lvl1pPr>
              <a:defRPr sz="2039"/>
            </a:lvl1pPr>
            <a:lvl2pPr>
              <a:defRPr sz="1687"/>
            </a:lvl2pPr>
            <a:lvl3pPr>
              <a:defRPr sz="1406"/>
            </a:lvl3pPr>
            <a:lvl4pPr>
              <a:defRPr sz="1266"/>
            </a:lvl4pPr>
            <a:lvl5pPr>
              <a:defRPr sz="1266"/>
            </a:lvl5pPr>
            <a:lvl6pPr>
              <a:defRPr sz="1266"/>
            </a:lvl6pPr>
            <a:lvl7pPr>
              <a:defRPr sz="1266"/>
            </a:lvl7pPr>
            <a:lvl8pPr>
              <a:defRPr sz="1266"/>
            </a:lvl8pPr>
            <a:lvl9pPr>
              <a:defRPr sz="12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7447" y="1600655"/>
            <a:ext cx="5414367" cy="4525119"/>
          </a:xfrm>
          <a:prstGeom prst="rect">
            <a:avLst/>
          </a:prstGeom>
        </p:spPr>
        <p:txBody>
          <a:bodyPr vert="horz" lIns="91394" tIns="45698" rIns="91394" bIns="45698"/>
          <a:lstStyle>
            <a:lvl1pPr>
              <a:defRPr sz="2039"/>
            </a:lvl1pPr>
            <a:lvl2pPr>
              <a:defRPr sz="1687"/>
            </a:lvl2pPr>
            <a:lvl3pPr>
              <a:defRPr sz="1406"/>
            </a:lvl3pPr>
            <a:lvl4pPr>
              <a:defRPr sz="1266"/>
            </a:lvl4pPr>
            <a:lvl5pPr>
              <a:defRPr sz="1266"/>
            </a:lvl5pPr>
            <a:lvl6pPr>
              <a:defRPr sz="1266"/>
            </a:lvl6pPr>
            <a:lvl7pPr>
              <a:defRPr sz="1266"/>
            </a:lvl7pPr>
            <a:lvl8pPr>
              <a:defRPr sz="1266"/>
            </a:lvl8pPr>
            <a:lvl9pPr>
              <a:defRPr sz="12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0480399"/>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0204" y="274588"/>
            <a:ext cx="1097161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10197" y="1534791"/>
            <a:ext cx="5386090" cy="639589"/>
          </a:xfrm>
          <a:prstGeom prst="rect">
            <a:avLst/>
          </a:prstGeom>
        </p:spPr>
        <p:txBody>
          <a:bodyPr vert="horz" lIns="91394" tIns="45698" rIns="91394" bIns="45698" anchor="b"/>
          <a:lstStyle>
            <a:lvl1pPr marL="0" indent="0">
              <a:buNone/>
              <a:defRPr sz="1687" b="1"/>
            </a:lvl1pPr>
            <a:lvl2pPr marL="321293" indent="0">
              <a:buNone/>
              <a:defRPr sz="1406" b="1"/>
            </a:lvl2pPr>
            <a:lvl3pPr marL="642588" indent="0">
              <a:buNone/>
              <a:defRPr sz="1266" b="1"/>
            </a:lvl3pPr>
            <a:lvl4pPr marL="963882" indent="0">
              <a:buNone/>
              <a:defRPr sz="1125" b="1"/>
            </a:lvl4pPr>
            <a:lvl5pPr marL="1285174" indent="0">
              <a:buNone/>
              <a:defRPr sz="1125" b="1"/>
            </a:lvl5pPr>
            <a:lvl6pPr marL="1606467" indent="0">
              <a:buNone/>
              <a:defRPr sz="1125" b="1"/>
            </a:lvl6pPr>
            <a:lvl7pPr marL="1927761" indent="0">
              <a:buNone/>
              <a:defRPr sz="1125" b="1"/>
            </a:lvl7pPr>
            <a:lvl8pPr marL="2249056" indent="0">
              <a:buNone/>
              <a:defRPr sz="1125" b="1"/>
            </a:lvl8pPr>
            <a:lvl9pPr marL="2570349" indent="0">
              <a:buNone/>
              <a:defRPr sz="1125" b="1"/>
            </a:lvl9pPr>
          </a:lstStyle>
          <a:p>
            <a:pPr lvl="0"/>
            <a:r>
              <a:rPr lang="en-US"/>
              <a:t>Click to edit Master text styles</a:t>
            </a:r>
          </a:p>
        </p:txBody>
      </p:sp>
      <p:sp>
        <p:nvSpPr>
          <p:cNvPr id="4" name="Content Placeholder 3"/>
          <p:cNvSpPr>
            <a:spLocks noGrp="1"/>
          </p:cNvSpPr>
          <p:nvPr>
            <p:ph sz="half" idx="2"/>
          </p:nvPr>
        </p:nvSpPr>
        <p:spPr>
          <a:xfrm>
            <a:off x="610197" y="2174379"/>
            <a:ext cx="5386090" cy="3951387"/>
          </a:xfrm>
          <a:prstGeom prst="rect">
            <a:avLst/>
          </a:prstGeom>
        </p:spPr>
        <p:txBody>
          <a:bodyPr vert="horz" lIns="91394" tIns="45698" rIns="91394" bIns="45698"/>
          <a:lstStyle>
            <a:lvl1pPr>
              <a:defRPr sz="1687"/>
            </a:lvl1pPr>
            <a:lvl2pPr>
              <a:defRPr sz="1406"/>
            </a:lvl2pPr>
            <a:lvl3pPr>
              <a:defRPr sz="1266"/>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743" y="1534791"/>
            <a:ext cx="5389065" cy="639589"/>
          </a:xfrm>
          <a:prstGeom prst="rect">
            <a:avLst/>
          </a:prstGeom>
        </p:spPr>
        <p:txBody>
          <a:bodyPr vert="horz" lIns="91394" tIns="45698" rIns="91394" bIns="45698" anchor="b"/>
          <a:lstStyle>
            <a:lvl1pPr marL="0" indent="0">
              <a:buNone/>
              <a:defRPr sz="1687" b="1"/>
            </a:lvl1pPr>
            <a:lvl2pPr marL="321293" indent="0">
              <a:buNone/>
              <a:defRPr sz="1406" b="1"/>
            </a:lvl2pPr>
            <a:lvl3pPr marL="642588" indent="0">
              <a:buNone/>
              <a:defRPr sz="1266" b="1"/>
            </a:lvl3pPr>
            <a:lvl4pPr marL="963882" indent="0">
              <a:buNone/>
              <a:defRPr sz="1125" b="1"/>
            </a:lvl4pPr>
            <a:lvl5pPr marL="1285174" indent="0">
              <a:buNone/>
              <a:defRPr sz="1125" b="1"/>
            </a:lvl5pPr>
            <a:lvl6pPr marL="1606467" indent="0">
              <a:buNone/>
              <a:defRPr sz="1125" b="1"/>
            </a:lvl6pPr>
            <a:lvl7pPr marL="1927761" indent="0">
              <a:buNone/>
              <a:defRPr sz="1125" b="1"/>
            </a:lvl7pPr>
            <a:lvl8pPr marL="2249056" indent="0">
              <a:buNone/>
              <a:defRPr sz="1125" b="1"/>
            </a:lvl8pPr>
            <a:lvl9pPr marL="2570349" indent="0">
              <a:buNone/>
              <a:defRPr sz="1125" b="1"/>
            </a:lvl9pPr>
          </a:lstStyle>
          <a:p>
            <a:pPr lvl="0"/>
            <a:r>
              <a:rPr lang="en-US"/>
              <a:t>Click to edit Master text styles</a:t>
            </a:r>
          </a:p>
        </p:txBody>
      </p:sp>
      <p:sp>
        <p:nvSpPr>
          <p:cNvPr id="6" name="Content Placeholder 5"/>
          <p:cNvSpPr>
            <a:spLocks noGrp="1"/>
          </p:cNvSpPr>
          <p:nvPr>
            <p:ph sz="quarter" idx="4"/>
          </p:nvPr>
        </p:nvSpPr>
        <p:spPr>
          <a:xfrm>
            <a:off x="6192743" y="2174379"/>
            <a:ext cx="5389065" cy="3951387"/>
          </a:xfrm>
          <a:prstGeom prst="rect">
            <a:avLst/>
          </a:prstGeom>
        </p:spPr>
        <p:txBody>
          <a:bodyPr vert="horz" lIns="91394" tIns="45698" rIns="91394" bIns="45698"/>
          <a:lstStyle>
            <a:lvl1pPr>
              <a:defRPr sz="1687"/>
            </a:lvl1pPr>
            <a:lvl2pPr>
              <a:defRPr sz="1406"/>
            </a:lvl2pPr>
            <a:lvl3pPr>
              <a:defRPr sz="1266"/>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9395989"/>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53562228"/>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8950740"/>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0206" y="273481"/>
            <a:ext cx="4010918" cy="1161975"/>
          </a:xfrm>
        </p:spPr>
        <p:txBody>
          <a:bodyPr anchor="b"/>
          <a:lstStyle>
            <a:lvl1pPr algn="l">
              <a:defRPr sz="1406" b="1"/>
            </a:lvl1pPr>
          </a:lstStyle>
          <a:p>
            <a:r>
              <a:rPr lang="en-US"/>
              <a:t>Click to edit Master title style</a:t>
            </a:r>
          </a:p>
        </p:txBody>
      </p:sp>
      <p:sp>
        <p:nvSpPr>
          <p:cNvPr id="3" name="Content Placeholder 2"/>
          <p:cNvSpPr>
            <a:spLocks noGrp="1"/>
          </p:cNvSpPr>
          <p:nvPr>
            <p:ph idx="1"/>
          </p:nvPr>
        </p:nvSpPr>
        <p:spPr>
          <a:xfrm>
            <a:off x="4766967" y="273473"/>
            <a:ext cx="6814840" cy="5852294"/>
          </a:xfrm>
          <a:prstGeom prst="rect">
            <a:avLst/>
          </a:prstGeom>
        </p:spPr>
        <p:txBody>
          <a:bodyPr vert="horz" lIns="91394" tIns="45698" rIns="91394" bIns="45698"/>
          <a:lstStyle>
            <a:lvl1pPr>
              <a:defRPr sz="2180"/>
            </a:lvl1pPr>
            <a:lvl2pPr>
              <a:defRPr sz="2039"/>
            </a:lvl2pPr>
            <a:lvl3pPr>
              <a:defRPr sz="1687"/>
            </a:lvl3pPr>
            <a:lvl4pPr>
              <a:defRPr sz="1406"/>
            </a:lvl4pPr>
            <a:lvl5pPr>
              <a:defRPr sz="1406"/>
            </a:lvl5pPr>
            <a:lvl6pPr>
              <a:defRPr sz="1406"/>
            </a:lvl6pPr>
            <a:lvl7pPr>
              <a:defRPr sz="1406"/>
            </a:lvl7pPr>
            <a:lvl8pPr>
              <a:defRPr sz="1406"/>
            </a:lvl8pPr>
            <a:lvl9pPr>
              <a:defRPr sz="14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0206" y="1435448"/>
            <a:ext cx="4010918" cy="4690318"/>
          </a:xfrm>
          <a:prstGeom prst="rect">
            <a:avLst/>
          </a:prstGeom>
        </p:spPr>
        <p:txBody>
          <a:bodyPr vert="horz" lIns="91394" tIns="45698" rIns="91394" bIns="45698"/>
          <a:lstStyle>
            <a:lvl1pPr marL="0" indent="0">
              <a:buNone/>
              <a:defRPr sz="984"/>
            </a:lvl1pPr>
            <a:lvl2pPr marL="321293" indent="0">
              <a:buNone/>
              <a:defRPr sz="773"/>
            </a:lvl2pPr>
            <a:lvl3pPr marL="642588" indent="0">
              <a:buNone/>
              <a:defRPr sz="703"/>
            </a:lvl3pPr>
            <a:lvl4pPr marL="963882" indent="0">
              <a:buNone/>
              <a:defRPr sz="703"/>
            </a:lvl4pPr>
            <a:lvl5pPr marL="1285174" indent="0">
              <a:buNone/>
              <a:defRPr sz="703"/>
            </a:lvl5pPr>
            <a:lvl6pPr marL="1606467" indent="0">
              <a:buNone/>
              <a:defRPr sz="703"/>
            </a:lvl6pPr>
            <a:lvl7pPr marL="1927761" indent="0">
              <a:buNone/>
              <a:defRPr sz="703"/>
            </a:lvl7pPr>
            <a:lvl8pPr marL="2249056" indent="0">
              <a:buNone/>
              <a:defRPr sz="703"/>
            </a:lvl8pPr>
            <a:lvl9pPr marL="2570349" indent="0">
              <a:buNone/>
              <a:defRPr sz="703"/>
            </a:lvl9pPr>
          </a:lstStyle>
          <a:p>
            <a:pPr lvl="0"/>
            <a:r>
              <a:rPr lang="en-US"/>
              <a:t>Click to edit Master text styles</a:t>
            </a:r>
          </a:p>
        </p:txBody>
      </p:sp>
    </p:spTree>
    <p:extLst>
      <p:ext uri="{BB962C8B-B14F-4D97-AF65-F5344CB8AC3E}">
        <p14:creationId xmlns:p14="http://schemas.microsoft.com/office/powerpoint/2010/main" val="258400638"/>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182" y="4800824"/>
            <a:ext cx="7314904" cy="567035"/>
          </a:xfrm>
        </p:spPr>
        <p:txBody>
          <a:bodyPr anchor="b"/>
          <a:lstStyle>
            <a:lvl1pPr algn="l">
              <a:defRPr sz="1406" b="1"/>
            </a:lvl1pPr>
          </a:lstStyle>
          <a:p>
            <a:r>
              <a:rPr lang="en-US"/>
              <a:t>Click to edit Master title style</a:t>
            </a:r>
          </a:p>
        </p:txBody>
      </p:sp>
      <p:sp>
        <p:nvSpPr>
          <p:cNvPr id="3" name="Picture Placeholder 2"/>
          <p:cNvSpPr>
            <a:spLocks noGrp="1"/>
          </p:cNvSpPr>
          <p:nvPr>
            <p:ph type="pic" idx="1"/>
          </p:nvPr>
        </p:nvSpPr>
        <p:spPr>
          <a:xfrm>
            <a:off x="2390182" y="612800"/>
            <a:ext cx="7314904" cy="4114354"/>
          </a:xfrm>
          <a:prstGeom prst="rect">
            <a:avLst/>
          </a:prstGeom>
        </p:spPr>
        <p:txBody>
          <a:bodyPr vert="horz" lIns="91394" tIns="45698" rIns="91394" bIns="45698"/>
          <a:lstStyle>
            <a:lvl1pPr marL="0" indent="0">
              <a:buNone/>
              <a:defRPr sz="2180"/>
            </a:lvl1pPr>
            <a:lvl2pPr marL="321293" indent="0">
              <a:buNone/>
              <a:defRPr sz="2039"/>
            </a:lvl2pPr>
            <a:lvl3pPr marL="642588" indent="0">
              <a:buNone/>
              <a:defRPr sz="1687"/>
            </a:lvl3pPr>
            <a:lvl4pPr marL="963882" indent="0">
              <a:buNone/>
              <a:defRPr sz="1406"/>
            </a:lvl4pPr>
            <a:lvl5pPr marL="1285174" indent="0">
              <a:buNone/>
              <a:defRPr sz="1406"/>
            </a:lvl5pPr>
            <a:lvl6pPr marL="1606467" indent="0">
              <a:buNone/>
              <a:defRPr sz="1406"/>
            </a:lvl6pPr>
            <a:lvl7pPr marL="1927761" indent="0">
              <a:buNone/>
              <a:defRPr sz="1406"/>
            </a:lvl7pPr>
            <a:lvl8pPr marL="2249056" indent="0">
              <a:buNone/>
              <a:defRPr sz="1406"/>
            </a:lvl8pPr>
            <a:lvl9pPr marL="2570349" indent="0">
              <a:buNone/>
              <a:defRPr sz="1406"/>
            </a:lvl9pPr>
          </a:lstStyle>
          <a:p>
            <a:endParaRPr lang="en-US" dirty="0"/>
          </a:p>
        </p:txBody>
      </p:sp>
      <p:sp>
        <p:nvSpPr>
          <p:cNvPr id="4" name="Text Placeholder 3"/>
          <p:cNvSpPr>
            <a:spLocks noGrp="1"/>
          </p:cNvSpPr>
          <p:nvPr>
            <p:ph type="body" sz="half" idx="2"/>
          </p:nvPr>
        </p:nvSpPr>
        <p:spPr>
          <a:xfrm>
            <a:off x="2390182" y="5367860"/>
            <a:ext cx="7314904" cy="804788"/>
          </a:xfrm>
          <a:prstGeom prst="rect">
            <a:avLst/>
          </a:prstGeom>
        </p:spPr>
        <p:txBody>
          <a:bodyPr vert="horz" lIns="91394" tIns="45698" rIns="91394" bIns="45698"/>
          <a:lstStyle>
            <a:lvl1pPr marL="0" indent="0">
              <a:buNone/>
              <a:defRPr sz="984"/>
            </a:lvl1pPr>
            <a:lvl2pPr marL="321293" indent="0">
              <a:buNone/>
              <a:defRPr sz="773"/>
            </a:lvl2pPr>
            <a:lvl3pPr marL="642588" indent="0">
              <a:buNone/>
              <a:defRPr sz="703"/>
            </a:lvl3pPr>
            <a:lvl4pPr marL="963882" indent="0">
              <a:buNone/>
              <a:defRPr sz="703"/>
            </a:lvl4pPr>
            <a:lvl5pPr marL="1285174" indent="0">
              <a:buNone/>
              <a:defRPr sz="703"/>
            </a:lvl5pPr>
            <a:lvl6pPr marL="1606467" indent="0">
              <a:buNone/>
              <a:defRPr sz="703"/>
            </a:lvl6pPr>
            <a:lvl7pPr marL="1927761" indent="0">
              <a:buNone/>
              <a:defRPr sz="703"/>
            </a:lvl7pPr>
            <a:lvl8pPr marL="2249056" indent="0">
              <a:buNone/>
              <a:defRPr sz="703"/>
            </a:lvl8pPr>
            <a:lvl9pPr marL="2570349" indent="0">
              <a:buNone/>
              <a:defRPr sz="703"/>
            </a:lvl9pPr>
          </a:lstStyle>
          <a:p>
            <a:pPr lvl="0"/>
            <a:r>
              <a:rPr lang="en-US"/>
              <a:t>Click to edit Master text styles</a:t>
            </a:r>
          </a:p>
        </p:txBody>
      </p:sp>
    </p:spTree>
    <p:extLst>
      <p:ext uri="{BB962C8B-B14F-4D97-AF65-F5344CB8AC3E}">
        <p14:creationId xmlns:p14="http://schemas.microsoft.com/office/powerpoint/2010/main" val="2014466331"/>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10204" y="1600655"/>
            <a:ext cx="10971610" cy="4525119"/>
          </a:xfrm>
          <a:prstGeom prst="rect">
            <a:avLst/>
          </a:prstGeom>
        </p:spPr>
        <p:txBody>
          <a:bodyPr vert="eaVert" lIns="91394" tIns="45698" rIns="91394" bIns="45698"/>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7637564"/>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7424" y="231056"/>
            <a:ext cx="2744390" cy="589471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1277" y="231056"/>
            <a:ext cx="8093273" cy="5894710"/>
          </a:xfrm>
          <a:prstGeom prst="rect">
            <a:avLst/>
          </a:prstGeom>
        </p:spPr>
        <p:txBody>
          <a:bodyPr vert="eaVert" lIns="91394" tIns="45698" rIns="91394" bIns="45698"/>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6855324"/>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30031" y="182563"/>
            <a:ext cx="9474230" cy="792162"/>
          </a:xfrm>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lnSpc>
                <a:spcPct val="100000"/>
              </a:lnSpc>
              <a:spcBef>
                <a:spcPts val="1145"/>
              </a:spcBef>
              <a:defRPr sz="2672" baseline="0"/>
            </a:lvl1pPr>
            <a:lvl2pPr>
              <a:spcBef>
                <a:spcPts val="573"/>
              </a:spcBef>
              <a:defRPr/>
            </a:lvl2pPr>
            <a:lvl3pPr>
              <a:defRPr sz="1898"/>
            </a:lvl3pPr>
            <a:lvl4pPr>
              <a:defRPr sz="1898"/>
            </a:lvl4pPr>
            <a:lvl5pPr>
              <a:defRPr sz="168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Rectangle 6"/>
          <p:cNvSpPr>
            <a:spLocks noGrp="1" noChangeArrowheads="1"/>
          </p:cNvSpPr>
          <p:nvPr>
            <p:ph type="sldNum" sz="quarter" idx="10"/>
          </p:nvPr>
        </p:nvSpPr>
        <p:spPr>
          <a:ln/>
        </p:spPr>
        <p:txBody>
          <a:bodyPr/>
          <a:lstStyle>
            <a:lvl1pPr>
              <a:defRPr/>
            </a:lvl1pPr>
          </a:lstStyle>
          <a:p>
            <a:pPr>
              <a:defRPr/>
            </a:pPr>
            <a:fld id="{A6077841-419C-417A-AC73-D000B345DEA2}"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95095961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247" y="4406908"/>
            <a:ext cx="10363200" cy="1362075"/>
          </a:xfrm>
        </p:spPr>
        <p:txBody>
          <a:bodyPr anchor="t"/>
          <a:lstStyle>
            <a:lvl1pPr algn="l">
              <a:defRPr sz="3797" b="1" cap="all"/>
            </a:lvl1pPr>
          </a:lstStyle>
          <a:p>
            <a:r>
              <a:rPr lang="en-US"/>
              <a:t>Click to edit Master title style</a:t>
            </a:r>
            <a:endParaRPr lang="en-GB"/>
          </a:p>
        </p:txBody>
      </p:sp>
      <p:sp>
        <p:nvSpPr>
          <p:cNvPr id="3" name="Text Placeholder 2"/>
          <p:cNvSpPr>
            <a:spLocks noGrp="1"/>
          </p:cNvSpPr>
          <p:nvPr>
            <p:ph type="body" idx="1"/>
          </p:nvPr>
        </p:nvSpPr>
        <p:spPr>
          <a:xfrm>
            <a:off x="963247" y="2906721"/>
            <a:ext cx="10363200" cy="1500187"/>
          </a:xfrm>
        </p:spPr>
        <p:txBody>
          <a:bodyPr anchor="b"/>
          <a:lstStyle>
            <a:lvl1pPr marL="0" indent="0">
              <a:buNone/>
              <a:defRPr sz="1898"/>
            </a:lvl1pPr>
            <a:lvl2pPr marL="436178" indent="0">
              <a:buNone/>
              <a:defRPr sz="1687"/>
            </a:lvl2pPr>
            <a:lvl3pPr marL="872356" indent="0">
              <a:buNone/>
              <a:defRPr sz="1547"/>
            </a:lvl3pPr>
            <a:lvl4pPr marL="1308534" indent="0">
              <a:buNone/>
              <a:defRPr sz="1336"/>
            </a:lvl4pPr>
            <a:lvl5pPr marL="1744712" indent="0">
              <a:buNone/>
              <a:defRPr sz="1336"/>
            </a:lvl5pPr>
            <a:lvl6pPr marL="2180891" indent="0">
              <a:buNone/>
              <a:defRPr sz="1336"/>
            </a:lvl6pPr>
            <a:lvl7pPr marL="2617073" indent="0">
              <a:buNone/>
              <a:defRPr sz="1336"/>
            </a:lvl7pPr>
            <a:lvl8pPr marL="3053247" indent="0">
              <a:buNone/>
              <a:defRPr sz="1336"/>
            </a:lvl8pPr>
            <a:lvl9pPr marL="3489425" indent="0">
              <a:buNone/>
              <a:defRPr sz="1336"/>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F968C4C1-5561-47FC-90D8-0571E61818A1}"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34040927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33939" y="1438275"/>
            <a:ext cx="5134708" cy="4870450"/>
          </a:xfrm>
        </p:spPr>
        <p:txBody>
          <a:bodyPr/>
          <a:lstStyle>
            <a:lvl1pPr>
              <a:defRPr sz="2672"/>
            </a:lvl1pPr>
            <a:lvl2pPr>
              <a:defRPr sz="2320"/>
            </a:lvl2pPr>
            <a:lvl3pPr>
              <a:defRPr sz="1898"/>
            </a:lvl3pPr>
            <a:lvl4pPr>
              <a:defRPr sz="1687"/>
            </a:lvl4pPr>
            <a:lvl5pPr>
              <a:defRPr sz="1687"/>
            </a:lvl5pPr>
            <a:lvl6pPr>
              <a:defRPr sz="1687"/>
            </a:lvl6pPr>
            <a:lvl7pPr>
              <a:defRPr sz="1687"/>
            </a:lvl7pPr>
            <a:lvl8pPr>
              <a:defRPr sz="1687"/>
            </a:lvl8pPr>
            <a:lvl9pPr>
              <a:defRPr sz="16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56216" y="1438275"/>
            <a:ext cx="5136662" cy="4870450"/>
          </a:xfrm>
        </p:spPr>
        <p:txBody>
          <a:bodyPr/>
          <a:lstStyle>
            <a:lvl1pPr>
              <a:defRPr sz="2672"/>
            </a:lvl1pPr>
            <a:lvl2pPr>
              <a:defRPr sz="2320"/>
            </a:lvl2pPr>
            <a:lvl3pPr>
              <a:defRPr sz="1898"/>
            </a:lvl3pPr>
            <a:lvl4pPr>
              <a:defRPr sz="1687"/>
            </a:lvl4pPr>
            <a:lvl5pPr>
              <a:defRPr sz="1687"/>
            </a:lvl5pPr>
            <a:lvl6pPr>
              <a:defRPr sz="1687"/>
            </a:lvl6pPr>
            <a:lvl7pPr>
              <a:defRPr sz="1687"/>
            </a:lvl7pPr>
            <a:lvl8pPr>
              <a:defRPr sz="1687"/>
            </a:lvl8pPr>
            <a:lvl9pPr>
              <a:defRPr sz="16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p:cNvSpPr>
            <a:spLocks noGrp="1" noChangeArrowheads="1"/>
          </p:cNvSpPr>
          <p:nvPr>
            <p:ph type="sldNum" sz="quarter" idx="10"/>
          </p:nvPr>
        </p:nvSpPr>
        <p:spPr>
          <a:ln/>
        </p:spPr>
        <p:txBody>
          <a:bodyPr/>
          <a:lstStyle>
            <a:lvl1pPr>
              <a:defRPr/>
            </a:lvl1pPr>
          </a:lstStyle>
          <a:p>
            <a:pPr>
              <a:defRPr/>
            </a:pPr>
            <a:fld id="{9550346E-97FA-4732-AA42-275EACDE5CE0}"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100305205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1" y="1535113"/>
            <a:ext cx="5386754" cy="639762"/>
          </a:xfrm>
        </p:spPr>
        <p:txBody>
          <a:bodyPr anchor="b"/>
          <a:lstStyle>
            <a:lvl1pPr marL="0" indent="0">
              <a:buNone/>
              <a:defRPr sz="2320" b="1"/>
            </a:lvl1pPr>
            <a:lvl2pPr marL="436178" indent="0">
              <a:buNone/>
              <a:defRPr sz="1898" b="1"/>
            </a:lvl2pPr>
            <a:lvl3pPr marL="872356" indent="0">
              <a:buNone/>
              <a:defRPr sz="1687" b="1"/>
            </a:lvl3pPr>
            <a:lvl4pPr marL="1308534" indent="0">
              <a:buNone/>
              <a:defRPr sz="1547" b="1"/>
            </a:lvl4pPr>
            <a:lvl5pPr marL="1744712" indent="0">
              <a:buNone/>
              <a:defRPr sz="1547" b="1"/>
            </a:lvl5pPr>
            <a:lvl6pPr marL="2180891" indent="0">
              <a:buNone/>
              <a:defRPr sz="1547" b="1"/>
            </a:lvl6pPr>
            <a:lvl7pPr marL="2617073" indent="0">
              <a:buNone/>
              <a:defRPr sz="1547" b="1"/>
            </a:lvl7pPr>
            <a:lvl8pPr marL="3053247" indent="0">
              <a:buNone/>
              <a:defRPr sz="1547" b="1"/>
            </a:lvl8pPr>
            <a:lvl9pPr marL="3489425" indent="0">
              <a:buNone/>
              <a:defRPr sz="1547" b="1"/>
            </a:lvl9pPr>
          </a:lstStyle>
          <a:p>
            <a:pPr lvl="0"/>
            <a:r>
              <a:rPr lang="en-US"/>
              <a:t>Click to edit Master text styles</a:t>
            </a:r>
          </a:p>
        </p:txBody>
      </p:sp>
      <p:sp>
        <p:nvSpPr>
          <p:cNvPr id="4" name="Content Placeholder 3"/>
          <p:cNvSpPr>
            <a:spLocks noGrp="1"/>
          </p:cNvSpPr>
          <p:nvPr>
            <p:ph sz="half" idx="2"/>
          </p:nvPr>
        </p:nvSpPr>
        <p:spPr>
          <a:xfrm>
            <a:off x="609601" y="2174875"/>
            <a:ext cx="5386754" cy="3951288"/>
          </a:xfrm>
        </p:spPr>
        <p:txBody>
          <a:bodyPr/>
          <a:lstStyle>
            <a:lvl1pPr>
              <a:defRPr sz="2320"/>
            </a:lvl1pPr>
            <a:lvl2pPr>
              <a:defRPr sz="1898"/>
            </a:lvl2pPr>
            <a:lvl3pPr>
              <a:defRPr sz="1687"/>
            </a:lvl3pPr>
            <a:lvl4pPr>
              <a:defRPr sz="1547"/>
            </a:lvl4pPr>
            <a:lvl5pPr>
              <a:defRPr sz="1547"/>
            </a:lvl5pPr>
            <a:lvl6pPr>
              <a:defRPr sz="1547"/>
            </a:lvl6pPr>
            <a:lvl7pPr>
              <a:defRPr sz="1547"/>
            </a:lvl7pPr>
            <a:lvl8pPr>
              <a:defRPr sz="1547"/>
            </a:lvl8pPr>
            <a:lvl9pPr>
              <a:defRPr sz="154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93702" y="1535113"/>
            <a:ext cx="5388708" cy="639762"/>
          </a:xfrm>
        </p:spPr>
        <p:txBody>
          <a:bodyPr anchor="b"/>
          <a:lstStyle>
            <a:lvl1pPr marL="0" indent="0">
              <a:buNone/>
              <a:defRPr sz="2320" b="1"/>
            </a:lvl1pPr>
            <a:lvl2pPr marL="436178" indent="0">
              <a:buNone/>
              <a:defRPr sz="1898" b="1"/>
            </a:lvl2pPr>
            <a:lvl3pPr marL="872356" indent="0">
              <a:buNone/>
              <a:defRPr sz="1687" b="1"/>
            </a:lvl3pPr>
            <a:lvl4pPr marL="1308534" indent="0">
              <a:buNone/>
              <a:defRPr sz="1547" b="1"/>
            </a:lvl4pPr>
            <a:lvl5pPr marL="1744712" indent="0">
              <a:buNone/>
              <a:defRPr sz="1547" b="1"/>
            </a:lvl5pPr>
            <a:lvl6pPr marL="2180891" indent="0">
              <a:buNone/>
              <a:defRPr sz="1547" b="1"/>
            </a:lvl6pPr>
            <a:lvl7pPr marL="2617073" indent="0">
              <a:buNone/>
              <a:defRPr sz="1547" b="1"/>
            </a:lvl7pPr>
            <a:lvl8pPr marL="3053247" indent="0">
              <a:buNone/>
              <a:defRPr sz="1547" b="1"/>
            </a:lvl8pPr>
            <a:lvl9pPr marL="3489425" indent="0">
              <a:buNone/>
              <a:defRPr sz="1547" b="1"/>
            </a:lvl9pPr>
          </a:lstStyle>
          <a:p>
            <a:pPr lvl="0"/>
            <a:r>
              <a:rPr lang="en-US"/>
              <a:t>Click to edit Master text styles</a:t>
            </a:r>
          </a:p>
        </p:txBody>
      </p:sp>
      <p:sp>
        <p:nvSpPr>
          <p:cNvPr id="6" name="Content Placeholder 5"/>
          <p:cNvSpPr>
            <a:spLocks noGrp="1"/>
          </p:cNvSpPr>
          <p:nvPr>
            <p:ph sz="quarter" idx="4"/>
          </p:nvPr>
        </p:nvSpPr>
        <p:spPr>
          <a:xfrm>
            <a:off x="6193702" y="2174875"/>
            <a:ext cx="5388708" cy="3951288"/>
          </a:xfrm>
        </p:spPr>
        <p:txBody>
          <a:bodyPr/>
          <a:lstStyle>
            <a:lvl1pPr>
              <a:defRPr sz="2320"/>
            </a:lvl1pPr>
            <a:lvl2pPr>
              <a:defRPr sz="1898"/>
            </a:lvl2pPr>
            <a:lvl3pPr>
              <a:defRPr sz="1687"/>
            </a:lvl3pPr>
            <a:lvl4pPr>
              <a:defRPr sz="1547"/>
            </a:lvl4pPr>
            <a:lvl5pPr>
              <a:defRPr sz="1547"/>
            </a:lvl5pPr>
            <a:lvl6pPr>
              <a:defRPr sz="1547"/>
            </a:lvl6pPr>
            <a:lvl7pPr>
              <a:defRPr sz="1547"/>
            </a:lvl7pPr>
            <a:lvl8pPr>
              <a:defRPr sz="1547"/>
            </a:lvl8pPr>
            <a:lvl9pPr>
              <a:defRPr sz="154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p:cNvSpPr>
            <a:spLocks noGrp="1" noChangeArrowheads="1"/>
          </p:cNvSpPr>
          <p:nvPr>
            <p:ph type="sldNum" sz="quarter" idx="10"/>
          </p:nvPr>
        </p:nvSpPr>
        <p:spPr>
          <a:ln/>
        </p:spPr>
        <p:txBody>
          <a:bodyPr/>
          <a:lstStyle>
            <a:lvl1pPr>
              <a:defRPr/>
            </a:lvl1pPr>
          </a:lstStyle>
          <a:p>
            <a:pPr>
              <a:defRPr/>
            </a:pPr>
            <a:fld id="{EAD0E856-409C-4989-A2B7-85E7E0BB7849}"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240125053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30032" y="182563"/>
            <a:ext cx="9562154" cy="792162"/>
          </a:xfrm>
        </p:spPr>
        <p:txBody>
          <a:bodyPr/>
          <a:lstStyle/>
          <a:p>
            <a:r>
              <a:rPr lang="en-US" dirty="0"/>
              <a:t>Click to edit Master title style</a:t>
            </a:r>
            <a:endParaRPr lang="en-GB" dirty="0"/>
          </a:p>
        </p:txBody>
      </p:sp>
      <p:sp>
        <p:nvSpPr>
          <p:cNvPr id="3" name="Rectangle 6"/>
          <p:cNvSpPr>
            <a:spLocks noGrp="1" noChangeArrowheads="1"/>
          </p:cNvSpPr>
          <p:nvPr>
            <p:ph type="sldNum" sz="quarter" idx="10"/>
          </p:nvPr>
        </p:nvSpPr>
        <p:spPr>
          <a:ln/>
        </p:spPr>
        <p:txBody>
          <a:bodyPr/>
          <a:lstStyle>
            <a:lvl1pPr>
              <a:defRPr/>
            </a:lvl1pPr>
          </a:lstStyle>
          <a:p>
            <a:pPr>
              <a:defRPr/>
            </a:pPr>
            <a:fld id="{1579FA99-4F55-487A-A53F-50E14AC2539A}"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231534710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C185FFD2-E66B-40CA-A01A-CC893C0D7E92}"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200828695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247" cy="1162050"/>
          </a:xfrm>
        </p:spPr>
        <p:txBody>
          <a:bodyPr/>
          <a:lstStyle>
            <a:lvl1pPr algn="l">
              <a:defRPr sz="1898" b="1"/>
            </a:lvl1pPr>
          </a:lstStyle>
          <a:p>
            <a:r>
              <a:rPr lang="en-US"/>
              <a:t>Click to edit Master title style</a:t>
            </a:r>
            <a:endParaRPr lang="en-GB"/>
          </a:p>
        </p:txBody>
      </p:sp>
      <p:sp>
        <p:nvSpPr>
          <p:cNvPr id="3" name="Content Placeholder 2"/>
          <p:cNvSpPr>
            <a:spLocks noGrp="1"/>
          </p:cNvSpPr>
          <p:nvPr>
            <p:ph idx="1"/>
          </p:nvPr>
        </p:nvSpPr>
        <p:spPr>
          <a:xfrm>
            <a:off x="4767384" y="273058"/>
            <a:ext cx="6815016" cy="5853113"/>
          </a:xfrm>
        </p:spPr>
        <p:txBody>
          <a:bodyPr/>
          <a:lstStyle>
            <a:lvl1pPr>
              <a:defRPr sz="3023"/>
            </a:lvl1pPr>
            <a:lvl2pPr>
              <a:defRPr sz="2672"/>
            </a:lvl2pPr>
            <a:lvl3pPr>
              <a:defRPr sz="2320"/>
            </a:lvl3pPr>
            <a:lvl4pPr>
              <a:defRPr sz="1898"/>
            </a:lvl4pPr>
            <a:lvl5pPr>
              <a:defRPr sz="1898"/>
            </a:lvl5pPr>
            <a:lvl6pPr>
              <a:defRPr sz="1898"/>
            </a:lvl6pPr>
            <a:lvl7pPr>
              <a:defRPr sz="1898"/>
            </a:lvl7pPr>
            <a:lvl8pPr>
              <a:defRPr sz="1898"/>
            </a:lvl8pPr>
            <a:lvl9pPr>
              <a:defRPr sz="18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0" y="1435101"/>
            <a:ext cx="4011247" cy="4691063"/>
          </a:xfrm>
        </p:spPr>
        <p:txBody>
          <a:bodyPr/>
          <a:lstStyle>
            <a:lvl1pPr marL="0" indent="0">
              <a:buNone/>
              <a:defRPr sz="1336"/>
            </a:lvl1pPr>
            <a:lvl2pPr marL="436178" indent="0">
              <a:buNone/>
              <a:defRPr sz="1125"/>
            </a:lvl2pPr>
            <a:lvl3pPr marL="872356" indent="0">
              <a:buNone/>
              <a:defRPr sz="984"/>
            </a:lvl3pPr>
            <a:lvl4pPr marL="1308534" indent="0">
              <a:buNone/>
              <a:defRPr sz="844"/>
            </a:lvl4pPr>
            <a:lvl5pPr marL="1744712" indent="0">
              <a:buNone/>
              <a:defRPr sz="844"/>
            </a:lvl5pPr>
            <a:lvl6pPr marL="2180891" indent="0">
              <a:buNone/>
              <a:defRPr sz="844"/>
            </a:lvl6pPr>
            <a:lvl7pPr marL="2617073" indent="0">
              <a:buNone/>
              <a:defRPr sz="844"/>
            </a:lvl7pPr>
            <a:lvl8pPr marL="3053247" indent="0">
              <a:buNone/>
              <a:defRPr sz="844"/>
            </a:lvl8pPr>
            <a:lvl9pPr marL="3489425" indent="0">
              <a:buNone/>
              <a:defRPr sz="844"/>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44664AC7-2DD3-4E87-B2A3-03D9817EEAC3}"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51511174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554" y="4800600"/>
            <a:ext cx="7315200" cy="566738"/>
          </a:xfrm>
        </p:spPr>
        <p:txBody>
          <a:bodyPr/>
          <a:lstStyle>
            <a:lvl1pPr algn="l">
              <a:defRPr sz="1898" b="1"/>
            </a:lvl1pPr>
          </a:lstStyle>
          <a:p>
            <a:r>
              <a:rPr lang="en-US"/>
              <a:t>Click to edit Master title style</a:t>
            </a:r>
            <a:endParaRPr lang="en-GB"/>
          </a:p>
        </p:txBody>
      </p:sp>
      <p:sp>
        <p:nvSpPr>
          <p:cNvPr id="3" name="Picture Placeholder 2"/>
          <p:cNvSpPr>
            <a:spLocks noGrp="1"/>
          </p:cNvSpPr>
          <p:nvPr>
            <p:ph type="pic" idx="1"/>
          </p:nvPr>
        </p:nvSpPr>
        <p:spPr>
          <a:xfrm>
            <a:off x="2389554" y="612775"/>
            <a:ext cx="7315200" cy="4114800"/>
          </a:xfrm>
        </p:spPr>
        <p:txBody>
          <a:bodyPr/>
          <a:lstStyle>
            <a:lvl1pPr marL="0" indent="0">
              <a:buNone/>
              <a:defRPr sz="3023"/>
            </a:lvl1pPr>
            <a:lvl2pPr marL="436178" indent="0">
              <a:buNone/>
              <a:defRPr sz="2672"/>
            </a:lvl2pPr>
            <a:lvl3pPr marL="872356" indent="0">
              <a:buNone/>
              <a:defRPr sz="2320"/>
            </a:lvl3pPr>
            <a:lvl4pPr marL="1308534" indent="0">
              <a:buNone/>
              <a:defRPr sz="1898"/>
            </a:lvl4pPr>
            <a:lvl5pPr marL="1744712" indent="0">
              <a:buNone/>
              <a:defRPr sz="1898"/>
            </a:lvl5pPr>
            <a:lvl6pPr marL="2180891" indent="0">
              <a:buNone/>
              <a:defRPr sz="1898"/>
            </a:lvl6pPr>
            <a:lvl7pPr marL="2617073" indent="0">
              <a:buNone/>
              <a:defRPr sz="1898"/>
            </a:lvl7pPr>
            <a:lvl8pPr marL="3053247" indent="0">
              <a:buNone/>
              <a:defRPr sz="1898"/>
            </a:lvl8pPr>
            <a:lvl9pPr marL="3489425" indent="0">
              <a:buNone/>
              <a:defRPr sz="1898"/>
            </a:lvl9pPr>
          </a:lstStyle>
          <a:p>
            <a:pPr lvl="0"/>
            <a:r>
              <a:rPr lang="en-US" noProof="0" dirty="0"/>
              <a:t>Click icon to add picture</a:t>
            </a:r>
            <a:endParaRPr lang="en-GB" noProof="0" dirty="0"/>
          </a:p>
        </p:txBody>
      </p:sp>
      <p:sp>
        <p:nvSpPr>
          <p:cNvPr id="4" name="Text Placeholder 3"/>
          <p:cNvSpPr>
            <a:spLocks noGrp="1"/>
          </p:cNvSpPr>
          <p:nvPr>
            <p:ph type="body" sz="half" idx="2"/>
          </p:nvPr>
        </p:nvSpPr>
        <p:spPr>
          <a:xfrm>
            <a:off x="2389554" y="5367338"/>
            <a:ext cx="7315200" cy="804862"/>
          </a:xfrm>
        </p:spPr>
        <p:txBody>
          <a:bodyPr/>
          <a:lstStyle>
            <a:lvl1pPr marL="0" indent="0">
              <a:buNone/>
              <a:defRPr sz="1336"/>
            </a:lvl1pPr>
            <a:lvl2pPr marL="436178" indent="0">
              <a:buNone/>
              <a:defRPr sz="1125"/>
            </a:lvl2pPr>
            <a:lvl3pPr marL="872356" indent="0">
              <a:buNone/>
              <a:defRPr sz="984"/>
            </a:lvl3pPr>
            <a:lvl4pPr marL="1308534" indent="0">
              <a:buNone/>
              <a:defRPr sz="844"/>
            </a:lvl4pPr>
            <a:lvl5pPr marL="1744712" indent="0">
              <a:buNone/>
              <a:defRPr sz="844"/>
            </a:lvl5pPr>
            <a:lvl6pPr marL="2180891" indent="0">
              <a:buNone/>
              <a:defRPr sz="844"/>
            </a:lvl6pPr>
            <a:lvl7pPr marL="2617073" indent="0">
              <a:buNone/>
              <a:defRPr sz="844"/>
            </a:lvl7pPr>
            <a:lvl8pPr marL="3053247" indent="0">
              <a:buNone/>
              <a:defRPr sz="844"/>
            </a:lvl8pPr>
            <a:lvl9pPr marL="3489425" indent="0">
              <a:buNone/>
              <a:defRPr sz="844"/>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667EF16B-55BF-435B-8238-D831FA975E80}"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88301616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p:cNvSpPr>
            <a:spLocks noGrp="1" noChangeArrowheads="1"/>
          </p:cNvSpPr>
          <p:nvPr>
            <p:ph type="sldNum" sz="quarter" idx="10"/>
          </p:nvPr>
        </p:nvSpPr>
        <p:spPr>
          <a:ln/>
        </p:spPr>
        <p:txBody>
          <a:bodyPr/>
          <a:lstStyle>
            <a:lvl1pPr>
              <a:defRPr/>
            </a:lvl1pPr>
          </a:lstStyle>
          <a:p>
            <a:pPr>
              <a:defRPr/>
            </a:pPr>
            <a:fld id="{F5861AAB-E17F-4BAF-8252-CC283302E487}"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169953160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78641" y="182563"/>
            <a:ext cx="2614246" cy="61261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30032" y="182563"/>
            <a:ext cx="7661032" cy="6126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p:cNvSpPr>
            <a:spLocks noGrp="1" noChangeArrowheads="1"/>
          </p:cNvSpPr>
          <p:nvPr>
            <p:ph type="sldNum" sz="quarter" idx="10"/>
          </p:nvPr>
        </p:nvSpPr>
        <p:spPr>
          <a:ln/>
        </p:spPr>
        <p:txBody>
          <a:bodyPr/>
          <a:lstStyle>
            <a:lvl1pPr>
              <a:defRPr/>
            </a:lvl1pPr>
          </a:lstStyle>
          <a:p>
            <a:pPr>
              <a:defRPr/>
            </a:pPr>
            <a:fld id="{2EBC1B03-25E7-4FFA-A433-91394A979EF6}"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176823865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855075" y="295802"/>
            <a:ext cx="10096500" cy="651867"/>
          </a:xfrm>
          <a:prstGeom prst="rect">
            <a:avLst/>
          </a:prstGeom>
          <a:noFill/>
          <a:ln w="12700">
            <a:noFill/>
            <a:miter lim="800000"/>
            <a:headEnd/>
            <a:tailEnd/>
          </a:ln>
          <a:effectLst/>
        </p:spPr>
        <p:txBody>
          <a:bodyPr vert="horz" wrap="square" lIns="50773" tIns="50773" rIns="50773" bIns="50773" numCol="1" anchor="ctr" anchorCtr="0" compatLnSpc="1">
            <a:prstTxWarp prst="textNoShape">
              <a:avLst/>
            </a:prstTxWarp>
          </a:bodyPr>
          <a:lstStyle/>
          <a:p>
            <a:pPr lvl="0"/>
            <a:r>
              <a:rPr lang="en-US" dirty="0">
                <a:sym typeface="Helvetica" pitchFamily="-1" charset="0"/>
              </a:rPr>
              <a:t>Click to edit Master title style</a:t>
            </a:r>
          </a:p>
        </p:txBody>
      </p:sp>
      <p:sp>
        <p:nvSpPr>
          <p:cNvPr id="4" name="TextBox 3"/>
          <p:cNvSpPr txBox="1"/>
          <p:nvPr userDrawn="1"/>
        </p:nvSpPr>
        <p:spPr>
          <a:xfrm>
            <a:off x="166688" y="6482955"/>
            <a:ext cx="2143125" cy="238014"/>
          </a:xfrm>
          <a:prstGeom prst="rect">
            <a:avLst/>
          </a:prstGeom>
          <a:noFill/>
        </p:spPr>
        <p:txBody>
          <a:bodyPr wrap="square" lIns="64261" tIns="32131" rIns="64261" bIns="32131" rtlCol="0">
            <a:spAutoFit/>
          </a:bodyPr>
          <a:lstStyle/>
          <a:p>
            <a:r>
              <a:rPr lang="en-US" sz="1125" dirty="0">
                <a:latin typeface="Arial"/>
              </a:rPr>
              <a:t>Juul Confidential</a:t>
            </a:r>
          </a:p>
        </p:txBody>
      </p:sp>
      <p:sp>
        <p:nvSpPr>
          <p:cNvPr id="5" name="Rectangle 13"/>
          <p:cNvSpPr>
            <a:spLocks noChangeArrowheads="1"/>
          </p:cNvSpPr>
          <p:nvPr userDrawn="1"/>
        </p:nvSpPr>
        <p:spPr bwMode="gray">
          <a:xfrm>
            <a:off x="10545732" y="7"/>
            <a:ext cx="836644" cy="947663"/>
          </a:xfrm>
          <a:prstGeom prst="rect">
            <a:avLst/>
          </a:prstGeom>
          <a:gradFill>
            <a:gsLst>
              <a:gs pos="19000">
                <a:srgbClr val="3A4B92"/>
              </a:gs>
              <a:gs pos="79000">
                <a:schemeClr val="accent1">
                  <a:tint val="44500"/>
                  <a:satMod val="160000"/>
                </a:schemeClr>
              </a:gs>
              <a:gs pos="95000">
                <a:schemeClr val="accent1">
                  <a:tint val="23500"/>
                  <a:satMod val="160000"/>
                </a:schemeClr>
              </a:gs>
            </a:gsLst>
            <a:lin ang="5400000" scaled="0"/>
          </a:gradFill>
          <a:ln w="9525">
            <a:noFill/>
            <a:miter lim="800000"/>
            <a:headEnd/>
            <a:tailEnd/>
          </a:ln>
        </p:spPr>
        <p:txBody>
          <a:bodyPr wrap="none" lIns="64263" tIns="32133" rIns="64263" bIns="32133" anchor="ctr"/>
          <a:lstStyle/>
          <a:p>
            <a:endParaRPr lang="en-US" sz="1266" dirty="0">
              <a:solidFill>
                <a:srgbClr val="5F6062"/>
              </a:solidFill>
            </a:endParaRPr>
          </a:p>
        </p:txBody>
      </p:sp>
      <p:sp>
        <p:nvSpPr>
          <p:cNvPr id="2" name="Rectangle 1"/>
          <p:cNvSpPr/>
          <p:nvPr userDrawn="1"/>
        </p:nvSpPr>
        <p:spPr>
          <a:xfrm>
            <a:off x="10618361" y="208734"/>
            <a:ext cx="536944" cy="465131"/>
          </a:xfrm>
          <a:prstGeom prst="rect">
            <a:avLst/>
          </a:prstGeom>
        </p:spPr>
        <p:txBody>
          <a:bodyPr wrap="none" lIns="64263" tIns="32133" rIns="64263" bIns="32133">
            <a:spAutoFit/>
          </a:bodyPr>
          <a:lstStyle/>
          <a:p>
            <a:fld id="{B189497D-E89D-4FAE-9DDA-46C7E5E7C382}" type="slidenum">
              <a:rPr lang="en-US" sz="2601" smtClean="0">
                <a:solidFill>
                  <a:srgbClr val="FFFFFF"/>
                </a:solidFill>
                <a:latin typeface="Arial" panose="020B0604020202020204" pitchFamily="34" charset="0"/>
                <a:cs typeface="Arial" panose="020B0604020202020204" pitchFamily="34" charset="0"/>
              </a:rPr>
              <a:pPr/>
              <a:t>‹#›</a:t>
            </a:fld>
            <a:endParaRPr lang="en-US" sz="260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7A0F03CF-BFD9-422C-A8F4-8FC61F6F6E0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160391" y="6103915"/>
            <a:ext cx="1010773" cy="758080"/>
          </a:xfrm>
          <a:prstGeom prst="rect">
            <a:avLst/>
          </a:prstGeom>
        </p:spPr>
      </p:pic>
    </p:spTree>
    <p:extLst>
      <p:ext uri="{BB962C8B-B14F-4D97-AF65-F5344CB8AC3E}">
        <p14:creationId xmlns:p14="http://schemas.microsoft.com/office/powerpoint/2010/main" val="13651019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wipe dir="r"/>
  </p:transition>
  <p:txStyles>
    <p:titleStyle>
      <a:lvl1pPr algn="l" rtl="0" fontAlgn="base">
        <a:spcBef>
          <a:spcPct val="0"/>
        </a:spcBef>
        <a:spcAft>
          <a:spcPct val="0"/>
        </a:spcAft>
        <a:defRPr sz="2742">
          <a:solidFill>
            <a:srgbClr val="343434"/>
          </a:solidFill>
          <a:latin typeface="+mj-lt"/>
          <a:ea typeface="+mj-ea"/>
          <a:cs typeface="+mj-cs"/>
          <a:sym typeface="Helvetica" pitchFamily="-1" charset="0"/>
        </a:defRPr>
      </a:lvl1pPr>
      <a:lvl2pPr algn="l" rtl="0" fontAlgn="base">
        <a:spcBef>
          <a:spcPct val="0"/>
        </a:spcBef>
        <a:spcAft>
          <a:spcPct val="0"/>
        </a:spcAft>
        <a:defRPr sz="2742">
          <a:solidFill>
            <a:srgbClr val="343434"/>
          </a:solidFill>
          <a:latin typeface="Helvetica" pitchFamily="-1" charset="0"/>
          <a:ea typeface="ヒラギノ角ゴ ProN W3" pitchFamily="-1" charset="-128"/>
          <a:cs typeface="ヒラギノ角ゴ ProN W3" pitchFamily="-1" charset="-128"/>
          <a:sym typeface="Helvetica" pitchFamily="-1" charset="0"/>
        </a:defRPr>
      </a:lvl2pPr>
      <a:lvl3pPr algn="l" rtl="0" fontAlgn="base">
        <a:spcBef>
          <a:spcPct val="0"/>
        </a:spcBef>
        <a:spcAft>
          <a:spcPct val="0"/>
        </a:spcAft>
        <a:defRPr sz="2742">
          <a:solidFill>
            <a:srgbClr val="343434"/>
          </a:solidFill>
          <a:latin typeface="Helvetica" pitchFamily="-1" charset="0"/>
          <a:ea typeface="ヒラギノ角ゴ ProN W3" pitchFamily="-1" charset="-128"/>
          <a:cs typeface="ヒラギノ角ゴ ProN W3" pitchFamily="-1" charset="-128"/>
          <a:sym typeface="Helvetica" pitchFamily="-1" charset="0"/>
        </a:defRPr>
      </a:lvl3pPr>
      <a:lvl4pPr algn="l" rtl="0" fontAlgn="base">
        <a:spcBef>
          <a:spcPct val="0"/>
        </a:spcBef>
        <a:spcAft>
          <a:spcPct val="0"/>
        </a:spcAft>
        <a:defRPr sz="2742">
          <a:solidFill>
            <a:srgbClr val="343434"/>
          </a:solidFill>
          <a:latin typeface="Helvetica" pitchFamily="-1" charset="0"/>
          <a:ea typeface="ヒラギノ角ゴ ProN W3" pitchFamily="-1" charset="-128"/>
          <a:cs typeface="ヒラギノ角ゴ ProN W3" pitchFamily="-1" charset="-128"/>
          <a:sym typeface="Helvetica" pitchFamily="-1" charset="0"/>
        </a:defRPr>
      </a:lvl4pPr>
      <a:lvl5pPr algn="l" rtl="0" fontAlgn="base">
        <a:spcBef>
          <a:spcPct val="0"/>
        </a:spcBef>
        <a:spcAft>
          <a:spcPct val="0"/>
        </a:spcAft>
        <a:defRPr sz="2742">
          <a:solidFill>
            <a:srgbClr val="343434"/>
          </a:solidFill>
          <a:latin typeface="Helvetica" pitchFamily="-1" charset="0"/>
          <a:ea typeface="ヒラギノ角ゴ ProN W3" pitchFamily="-1" charset="-128"/>
          <a:cs typeface="ヒラギノ角ゴ ProN W3" pitchFamily="-1" charset="-128"/>
          <a:sym typeface="Helvetica" pitchFamily="-1" charset="0"/>
        </a:defRPr>
      </a:lvl5pPr>
      <a:lvl6pPr marL="321293" algn="l" rtl="0" fontAlgn="base">
        <a:spcBef>
          <a:spcPct val="0"/>
        </a:spcBef>
        <a:spcAft>
          <a:spcPct val="0"/>
        </a:spcAft>
        <a:defRPr sz="2742">
          <a:solidFill>
            <a:srgbClr val="343434"/>
          </a:solidFill>
          <a:latin typeface="Helvetica" pitchFamily="-1" charset="0"/>
          <a:ea typeface="ヒラギノ角ゴ ProN W3" pitchFamily="-1" charset="-128"/>
          <a:cs typeface="ヒラギノ角ゴ ProN W3" pitchFamily="-1" charset="-128"/>
          <a:sym typeface="Helvetica" pitchFamily="-1" charset="0"/>
        </a:defRPr>
      </a:lvl6pPr>
      <a:lvl7pPr marL="642588" algn="l" rtl="0" fontAlgn="base">
        <a:spcBef>
          <a:spcPct val="0"/>
        </a:spcBef>
        <a:spcAft>
          <a:spcPct val="0"/>
        </a:spcAft>
        <a:defRPr sz="2742">
          <a:solidFill>
            <a:srgbClr val="343434"/>
          </a:solidFill>
          <a:latin typeface="Helvetica" pitchFamily="-1" charset="0"/>
          <a:ea typeface="ヒラギノ角ゴ ProN W3" pitchFamily="-1" charset="-128"/>
          <a:cs typeface="ヒラギノ角ゴ ProN W3" pitchFamily="-1" charset="-128"/>
          <a:sym typeface="Helvetica" pitchFamily="-1" charset="0"/>
        </a:defRPr>
      </a:lvl7pPr>
      <a:lvl8pPr marL="963882" algn="l" rtl="0" fontAlgn="base">
        <a:spcBef>
          <a:spcPct val="0"/>
        </a:spcBef>
        <a:spcAft>
          <a:spcPct val="0"/>
        </a:spcAft>
        <a:defRPr sz="2742">
          <a:solidFill>
            <a:srgbClr val="343434"/>
          </a:solidFill>
          <a:latin typeface="Helvetica" pitchFamily="-1" charset="0"/>
          <a:ea typeface="ヒラギノ角ゴ ProN W3" pitchFamily="-1" charset="-128"/>
          <a:cs typeface="ヒラギノ角ゴ ProN W3" pitchFamily="-1" charset="-128"/>
          <a:sym typeface="Helvetica" pitchFamily="-1" charset="0"/>
        </a:defRPr>
      </a:lvl8pPr>
      <a:lvl9pPr marL="1285174" algn="l" rtl="0" fontAlgn="base">
        <a:spcBef>
          <a:spcPct val="0"/>
        </a:spcBef>
        <a:spcAft>
          <a:spcPct val="0"/>
        </a:spcAft>
        <a:defRPr sz="2742">
          <a:solidFill>
            <a:srgbClr val="343434"/>
          </a:solidFill>
          <a:latin typeface="Helvetica" pitchFamily="-1" charset="0"/>
          <a:ea typeface="ヒラギノ角ゴ ProN W3" pitchFamily="-1" charset="-128"/>
          <a:cs typeface="ヒラギノ角ゴ ProN W3" pitchFamily="-1" charset="-128"/>
          <a:sym typeface="Helvetica" pitchFamily="-1" charset="0"/>
        </a:defRPr>
      </a:lvl9pPr>
    </p:titleStyle>
    <p:bodyStyle>
      <a:lvl1pPr marL="446241" indent="-223121" algn="l" rtl="0" fontAlgn="base">
        <a:spcBef>
          <a:spcPts val="633"/>
        </a:spcBef>
        <a:spcAft>
          <a:spcPct val="0"/>
        </a:spcAft>
        <a:buClr>
          <a:srgbClr val="343434"/>
        </a:buClr>
        <a:buSzPct val="165000"/>
        <a:buFont typeface="Helvetica" pitchFamily="-1" charset="0"/>
        <a:buChar char="‣"/>
        <a:defRPr sz="2109">
          <a:solidFill>
            <a:srgbClr val="343434"/>
          </a:solidFill>
          <a:latin typeface="+mn-lt"/>
          <a:ea typeface="+mn-ea"/>
          <a:cs typeface="+mn-cs"/>
          <a:sym typeface="Helvetica" pitchFamily="-1" charset="0"/>
        </a:defRPr>
      </a:lvl1pPr>
      <a:lvl2pPr marL="803234" indent="-267743" algn="l" rtl="0" fontAlgn="base">
        <a:spcBef>
          <a:spcPts val="633"/>
        </a:spcBef>
        <a:spcAft>
          <a:spcPct val="0"/>
        </a:spcAft>
        <a:buSzPct val="104000"/>
        <a:buFont typeface="Lucida Grande" pitchFamily="-1" charset="0"/>
        <a:buChar char="‣"/>
        <a:defRPr sz="2601">
          <a:solidFill>
            <a:srgbClr val="1A1A1A"/>
          </a:solidFill>
          <a:latin typeface="Gill Sans" pitchFamily="-1" charset="0"/>
          <a:ea typeface="+mn-ea"/>
          <a:cs typeface="+mn-cs"/>
          <a:sym typeface="Gill Sans" pitchFamily="-1" charset="0"/>
        </a:defRPr>
      </a:lvl2pPr>
      <a:lvl3pPr marL="1115601" indent="-267743" algn="l" rtl="0" fontAlgn="base">
        <a:spcBef>
          <a:spcPts val="633"/>
        </a:spcBef>
        <a:spcAft>
          <a:spcPct val="0"/>
        </a:spcAft>
        <a:buSzPct val="104000"/>
        <a:buFont typeface="Lucida Grande" pitchFamily="-1" charset="0"/>
        <a:buChar char="‣"/>
        <a:defRPr sz="2601">
          <a:solidFill>
            <a:srgbClr val="1A1A1A"/>
          </a:solidFill>
          <a:latin typeface="Gill Sans" pitchFamily="-1" charset="0"/>
          <a:ea typeface="+mn-ea"/>
          <a:cs typeface="+mn-cs"/>
          <a:sym typeface="Gill Sans" pitchFamily="-1" charset="0"/>
        </a:defRPr>
      </a:lvl3pPr>
      <a:lvl4pPr marL="1427971" indent="-267743" algn="l" rtl="0" fontAlgn="base">
        <a:spcBef>
          <a:spcPts val="633"/>
        </a:spcBef>
        <a:spcAft>
          <a:spcPct val="0"/>
        </a:spcAft>
        <a:buSzPct val="104000"/>
        <a:buFont typeface="Lucida Grande" pitchFamily="-1" charset="0"/>
        <a:buChar char="‣"/>
        <a:defRPr sz="2601">
          <a:solidFill>
            <a:srgbClr val="1A1A1A"/>
          </a:solidFill>
          <a:latin typeface="Gill Sans" pitchFamily="-1" charset="0"/>
          <a:ea typeface="+mn-ea"/>
          <a:cs typeface="+mn-cs"/>
          <a:sym typeface="Gill Sans" pitchFamily="-1" charset="0"/>
        </a:defRPr>
      </a:lvl4pPr>
      <a:lvl5pPr marL="1740339" indent="-267743" algn="l" rtl="0" fontAlgn="base">
        <a:spcBef>
          <a:spcPts val="633"/>
        </a:spcBef>
        <a:spcAft>
          <a:spcPct val="0"/>
        </a:spcAft>
        <a:buSzPct val="104000"/>
        <a:buFont typeface="Lucida Grande" pitchFamily="-1" charset="0"/>
        <a:buChar char="‣"/>
        <a:defRPr sz="2601">
          <a:solidFill>
            <a:srgbClr val="1A1A1A"/>
          </a:solidFill>
          <a:latin typeface="Gill Sans" pitchFamily="-1" charset="0"/>
          <a:ea typeface="+mn-ea"/>
          <a:cs typeface="+mn-cs"/>
          <a:sym typeface="Gill Sans" pitchFamily="-1" charset="0"/>
        </a:defRPr>
      </a:lvl5pPr>
      <a:lvl6pPr marL="2061632" indent="-267743" algn="l" rtl="0" fontAlgn="base">
        <a:spcBef>
          <a:spcPts val="633"/>
        </a:spcBef>
        <a:spcAft>
          <a:spcPct val="0"/>
        </a:spcAft>
        <a:buSzPct val="104000"/>
        <a:buFont typeface="Lucida Grande" pitchFamily="-1" charset="0"/>
        <a:buChar char="‣"/>
        <a:defRPr sz="2601">
          <a:solidFill>
            <a:srgbClr val="1A1A1A"/>
          </a:solidFill>
          <a:latin typeface="Gill Sans" pitchFamily="-1" charset="0"/>
          <a:ea typeface="+mn-ea"/>
          <a:cs typeface="+mn-cs"/>
          <a:sym typeface="Gill Sans" pitchFamily="-1" charset="0"/>
        </a:defRPr>
      </a:lvl6pPr>
      <a:lvl7pPr marL="2382928" indent="-267743" algn="l" rtl="0" fontAlgn="base">
        <a:spcBef>
          <a:spcPts val="633"/>
        </a:spcBef>
        <a:spcAft>
          <a:spcPct val="0"/>
        </a:spcAft>
        <a:buSzPct val="104000"/>
        <a:buFont typeface="Lucida Grande" pitchFamily="-1" charset="0"/>
        <a:buChar char="‣"/>
        <a:defRPr sz="2601">
          <a:solidFill>
            <a:srgbClr val="1A1A1A"/>
          </a:solidFill>
          <a:latin typeface="Gill Sans" pitchFamily="-1" charset="0"/>
          <a:ea typeface="+mn-ea"/>
          <a:cs typeface="+mn-cs"/>
          <a:sym typeface="Gill Sans" pitchFamily="-1" charset="0"/>
        </a:defRPr>
      </a:lvl7pPr>
      <a:lvl8pPr marL="2704219" indent="-267743" algn="l" rtl="0" fontAlgn="base">
        <a:spcBef>
          <a:spcPts val="633"/>
        </a:spcBef>
        <a:spcAft>
          <a:spcPct val="0"/>
        </a:spcAft>
        <a:buSzPct val="104000"/>
        <a:buFont typeface="Lucida Grande" pitchFamily="-1" charset="0"/>
        <a:buChar char="‣"/>
        <a:defRPr sz="2601">
          <a:solidFill>
            <a:srgbClr val="1A1A1A"/>
          </a:solidFill>
          <a:latin typeface="Gill Sans" pitchFamily="-1" charset="0"/>
          <a:ea typeface="+mn-ea"/>
          <a:cs typeface="+mn-cs"/>
          <a:sym typeface="Gill Sans" pitchFamily="-1" charset="0"/>
        </a:defRPr>
      </a:lvl8pPr>
      <a:lvl9pPr marL="3025515" indent="-267743" algn="l" rtl="0" fontAlgn="base">
        <a:spcBef>
          <a:spcPts val="633"/>
        </a:spcBef>
        <a:spcAft>
          <a:spcPct val="0"/>
        </a:spcAft>
        <a:buSzPct val="104000"/>
        <a:buFont typeface="Lucida Grande" pitchFamily="-1" charset="0"/>
        <a:buChar char="‣"/>
        <a:defRPr sz="2601">
          <a:solidFill>
            <a:srgbClr val="1A1A1A"/>
          </a:solidFill>
          <a:latin typeface="Gill Sans" pitchFamily="-1" charset="0"/>
          <a:ea typeface="+mn-ea"/>
          <a:cs typeface="+mn-cs"/>
          <a:sym typeface="Gill Sans" pitchFamily="-1" charset="0"/>
        </a:defRPr>
      </a:lvl9pPr>
    </p:bodyStyle>
    <p:otherStyle>
      <a:defPPr>
        <a:defRPr lang="en-US"/>
      </a:defPPr>
      <a:lvl1pPr marL="0" algn="l" defTabSz="321293" rtl="0" eaLnBrk="1" latinLnBrk="0" hangingPunct="1">
        <a:defRPr sz="1266" kern="1200">
          <a:solidFill>
            <a:schemeClr val="tx1"/>
          </a:solidFill>
          <a:latin typeface="+mn-lt"/>
          <a:ea typeface="+mn-ea"/>
          <a:cs typeface="+mn-cs"/>
        </a:defRPr>
      </a:lvl1pPr>
      <a:lvl2pPr marL="321293" algn="l" defTabSz="321293" rtl="0" eaLnBrk="1" latinLnBrk="0" hangingPunct="1">
        <a:defRPr sz="1266" kern="1200">
          <a:solidFill>
            <a:schemeClr val="tx1"/>
          </a:solidFill>
          <a:latin typeface="+mn-lt"/>
          <a:ea typeface="+mn-ea"/>
          <a:cs typeface="+mn-cs"/>
        </a:defRPr>
      </a:lvl2pPr>
      <a:lvl3pPr marL="642588" algn="l" defTabSz="321293" rtl="0" eaLnBrk="1" latinLnBrk="0" hangingPunct="1">
        <a:defRPr sz="1266" kern="1200">
          <a:solidFill>
            <a:schemeClr val="tx1"/>
          </a:solidFill>
          <a:latin typeface="+mn-lt"/>
          <a:ea typeface="+mn-ea"/>
          <a:cs typeface="+mn-cs"/>
        </a:defRPr>
      </a:lvl3pPr>
      <a:lvl4pPr marL="963882" algn="l" defTabSz="321293" rtl="0" eaLnBrk="1" latinLnBrk="0" hangingPunct="1">
        <a:defRPr sz="1266" kern="1200">
          <a:solidFill>
            <a:schemeClr val="tx1"/>
          </a:solidFill>
          <a:latin typeface="+mn-lt"/>
          <a:ea typeface="+mn-ea"/>
          <a:cs typeface="+mn-cs"/>
        </a:defRPr>
      </a:lvl4pPr>
      <a:lvl5pPr marL="1285174" algn="l" defTabSz="321293" rtl="0" eaLnBrk="1" latinLnBrk="0" hangingPunct="1">
        <a:defRPr sz="1266" kern="1200">
          <a:solidFill>
            <a:schemeClr val="tx1"/>
          </a:solidFill>
          <a:latin typeface="+mn-lt"/>
          <a:ea typeface="+mn-ea"/>
          <a:cs typeface="+mn-cs"/>
        </a:defRPr>
      </a:lvl5pPr>
      <a:lvl6pPr marL="1606467" algn="l" defTabSz="321293" rtl="0" eaLnBrk="1" latinLnBrk="0" hangingPunct="1">
        <a:defRPr sz="1266" kern="1200">
          <a:solidFill>
            <a:schemeClr val="tx1"/>
          </a:solidFill>
          <a:latin typeface="+mn-lt"/>
          <a:ea typeface="+mn-ea"/>
          <a:cs typeface="+mn-cs"/>
        </a:defRPr>
      </a:lvl6pPr>
      <a:lvl7pPr marL="1927761" algn="l" defTabSz="321293" rtl="0" eaLnBrk="1" latinLnBrk="0" hangingPunct="1">
        <a:defRPr sz="1266" kern="1200">
          <a:solidFill>
            <a:schemeClr val="tx1"/>
          </a:solidFill>
          <a:latin typeface="+mn-lt"/>
          <a:ea typeface="+mn-ea"/>
          <a:cs typeface="+mn-cs"/>
        </a:defRPr>
      </a:lvl7pPr>
      <a:lvl8pPr marL="2249056" algn="l" defTabSz="321293" rtl="0" eaLnBrk="1" latinLnBrk="0" hangingPunct="1">
        <a:defRPr sz="1266" kern="1200">
          <a:solidFill>
            <a:schemeClr val="tx1"/>
          </a:solidFill>
          <a:latin typeface="+mn-lt"/>
          <a:ea typeface="+mn-ea"/>
          <a:cs typeface="+mn-cs"/>
        </a:defRPr>
      </a:lvl8pPr>
      <a:lvl9pPr marL="2570349" algn="l" defTabSz="321293" rtl="0" eaLnBrk="1" latinLnBrk="0" hangingPunct="1">
        <a:defRPr sz="1266"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gray">
          <a:xfrm>
            <a:off x="933939" y="1438275"/>
            <a:ext cx="10458939" cy="48704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27" name="Rectangle 13"/>
          <p:cNvSpPr>
            <a:spLocks noChangeArrowheads="1"/>
          </p:cNvSpPr>
          <p:nvPr/>
        </p:nvSpPr>
        <p:spPr bwMode="gray">
          <a:xfrm>
            <a:off x="10507786" y="0"/>
            <a:ext cx="885093" cy="1042988"/>
          </a:xfrm>
          <a:prstGeom prst="rect">
            <a:avLst/>
          </a:prstGeom>
          <a:gradFill>
            <a:gsLst>
              <a:gs pos="19000">
                <a:srgbClr val="3A4B92"/>
              </a:gs>
              <a:gs pos="79000">
                <a:schemeClr val="accent1">
                  <a:tint val="44500"/>
                  <a:satMod val="160000"/>
                </a:schemeClr>
              </a:gs>
              <a:gs pos="95000">
                <a:schemeClr val="accent1">
                  <a:tint val="23500"/>
                  <a:satMod val="160000"/>
                </a:schemeClr>
              </a:gs>
            </a:gsLst>
            <a:lin ang="5400000" scaled="0"/>
          </a:gradFill>
          <a:ln w="9525">
            <a:noFill/>
            <a:miter lim="800000"/>
            <a:headEnd/>
            <a:tailEnd/>
          </a:ln>
        </p:spPr>
        <p:txBody>
          <a:bodyPr wrap="none" lIns="87239" tIns="43619" rIns="87239" bIns="43619" anchor="ctr"/>
          <a:lstStyle/>
          <a:p>
            <a:pPr algn="l"/>
            <a:endParaRPr lang="en-US" sz="1266" dirty="0">
              <a:solidFill>
                <a:srgbClr val="5F6062"/>
              </a:solidFill>
              <a:latin typeface="Arial" charset="0"/>
              <a:ea typeface="+mn-ea"/>
              <a:cs typeface="Arial" charset="0"/>
            </a:endParaRPr>
          </a:p>
        </p:txBody>
      </p:sp>
      <p:sp>
        <p:nvSpPr>
          <p:cNvPr id="1028" name="Rectangle 2"/>
          <p:cNvSpPr>
            <a:spLocks noGrp="1" noChangeArrowheads="1"/>
          </p:cNvSpPr>
          <p:nvPr>
            <p:ph type="title"/>
          </p:nvPr>
        </p:nvSpPr>
        <p:spPr bwMode="gray">
          <a:xfrm>
            <a:off x="930031" y="182563"/>
            <a:ext cx="9474201" cy="792162"/>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dirty="0"/>
              <a:t>Click to edit Master title style</a:t>
            </a:r>
            <a:endParaRPr lang="en-GB" dirty="0"/>
          </a:p>
        </p:txBody>
      </p:sp>
      <p:sp>
        <p:nvSpPr>
          <p:cNvPr id="1030" name="Rectangle 6"/>
          <p:cNvSpPr>
            <a:spLocks noGrp="1" noChangeArrowheads="1"/>
          </p:cNvSpPr>
          <p:nvPr>
            <p:ph type="sldNum" sz="quarter" idx="4"/>
          </p:nvPr>
        </p:nvSpPr>
        <p:spPr bwMode="gray">
          <a:xfrm>
            <a:off x="10527333" y="351830"/>
            <a:ext cx="842108" cy="19685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ctr">
              <a:defRPr sz="2601">
                <a:solidFill>
                  <a:schemeClr val="bg1"/>
                </a:solidFill>
                <a:latin typeface="Arial" charset="0"/>
                <a:cs typeface="+mn-cs"/>
              </a:defRPr>
            </a:lvl1pPr>
          </a:lstStyle>
          <a:p>
            <a:pPr>
              <a:defRPr/>
            </a:pPr>
            <a:fld id="{E3994D73-43B7-4A35-AE56-00637ECA2310}" type="slidenum">
              <a:rPr lang="en-GB" smtClean="0">
                <a:solidFill>
                  <a:srgbClr val="FFFFFF"/>
                </a:solidFill>
                <a:ea typeface="+mn-ea"/>
              </a:rPr>
              <a:pPr>
                <a:defRPr/>
              </a:pPr>
              <a:t>‹#›</a:t>
            </a:fld>
            <a:endParaRPr lang="en-GB" dirty="0">
              <a:solidFill>
                <a:srgbClr val="FFFFFF"/>
              </a:solidFill>
              <a:ea typeface="+mn-ea"/>
            </a:endParaRPr>
          </a:p>
        </p:txBody>
      </p:sp>
      <p:sp>
        <p:nvSpPr>
          <p:cNvPr id="2" name="Line 12"/>
          <p:cNvSpPr>
            <a:spLocks noChangeShapeType="1"/>
          </p:cNvSpPr>
          <p:nvPr/>
        </p:nvSpPr>
        <p:spPr bwMode="gray">
          <a:xfrm>
            <a:off x="441571" y="1042988"/>
            <a:ext cx="11299093" cy="0"/>
          </a:xfrm>
          <a:prstGeom prst="line">
            <a:avLst/>
          </a:prstGeom>
          <a:noFill/>
          <a:ln w="15240">
            <a:solidFill>
              <a:srgbClr val="AFAFB0"/>
            </a:solidFill>
            <a:round/>
            <a:headEnd/>
            <a:tailEnd/>
          </a:ln>
        </p:spPr>
        <p:txBody>
          <a:bodyPr lIns="87239" tIns="43619" rIns="87239" bIns="43619"/>
          <a:lstStyle/>
          <a:p>
            <a:pPr algn="l"/>
            <a:endParaRPr lang="en-US" sz="1266" dirty="0">
              <a:solidFill>
                <a:srgbClr val="5F6062"/>
              </a:solidFill>
              <a:latin typeface="Arial" charset="0"/>
              <a:ea typeface="+mn-ea"/>
              <a:cs typeface="Arial" charset="0"/>
            </a:endParaRPr>
          </a:p>
        </p:txBody>
      </p:sp>
      <p:sp>
        <p:nvSpPr>
          <p:cNvPr id="11" name="TextBox 10"/>
          <p:cNvSpPr txBox="1"/>
          <p:nvPr userDrawn="1"/>
        </p:nvSpPr>
        <p:spPr>
          <a:xfrm>
            <a:off x="166688" y="6482955"/>
            <a:ext cx="2143125" cy="238014"/>
          </a:xfrm>
          <a:prstGeom prst="rect">
            <a:avLst/>
          </a:prstGeom>
          <a:noFill/>
        </p:spPr>
        <p:txBody>
          <a:bodyPr wrap="square" lIns="64261" tIns="32131" rIns="64261" bIns="32131" rtlCol="0">
            <a:spAutoFit/>
          </a:bodyPr>
          <a:lstStyle/>
          <a:p>
            <a:r>
              <a:rPr lang="en-US" sz="1125" dirty="0">
                <a:latin typeface="Arial"/>
              </a:rPr>
              <a:t>Juul Confidential</a:t>
            </a:r>
          </a:p>
        </p:txBody>
      </p:sp>
      <p:pic>
        <p:nvPicPr>
          <p:cNvPr id="12" name="Picture 11">
            <a:extLst>
              <a:ext uri="{FF2B5EF4-FFF2-40B4-BE49-F238E27FC236}">
                <a16:creationId xmlns:a16="http://schemas.microsoft.com/office/drawing/2014/main" id="{EC6B1C5A-C21D-4C92-B5CB-BA24CE83276E}"/>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1160391" y="6103915"/>
            <a:ext cx="1010773" cy="758080"/>
          </a:xfrm>
          <a:prstGeom prst="rect">
            <a:avLst/>
          </a:prstGeom>
        </p:spPr>
      </p:pic>
    </p:spTree>
    <p:extLst>
      <p:ext uri="{BB962C8B-B14F-4D97-AF65-F5344CB8AC3E}">
        <p14:creationId xmlns:p14="http://schemas.microsoft.com/office/powerpoint/2010/main" val="6742337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transition>
    <p:fade/>
  </p:transition>
  <p:hf hdr="0" ftr="0" dt="0"/>
  <p:txStyles>
    <p:titleStyle>
      <a:lvl1pPr algn="l" rtl="0" eaLnBrk="0" fontAlgn="base" hangingPunct="0">
        <a:lnSpc>
          <a:spcPct val="90000"/>
        </a:lnSpc>
        <a:spcBef>
          <a:spcPct val="0"/>
        </a:spcBef>
        <a:spcAft>
          <a:spcPct val="0"/>
        </a:spcAft>
        <a:defRPr sz="3023" b="1">
          <a:solidFill>
            <a:schemeClr val="tx1"/>
          </a:solidFill>
          <a:latin typeface="+mj-lt"/>
          <a:ea typeface="+mj-ea"/>
          <a:cs typeface="+mj-cs"/>
        </a:defRPr>
      </a:lvl1pPr>
      <a:lvl2pPr algn="l" rtl="0" eaLnBrk="0" fontAlgn="base" hangingPunct="0">
        <a:lnSpc>
          <a:spcPct val="90000"/>
        </a:lnSpc>
        <a:spcBef>
          <a:spcPct val="0"/>
        </a:spcBef>
        <a:spcAft>
          <a:spcPct val="0"/>
        </a:spcAft>
        <a:defRPr sz="3023" b="1">
          <a:solidFill>
            <a:schemeClr val="tx1"/>
          </a:solidFill>
          <a:latin typeface="Arial" charset="0"/>
        </a:defRPr>
      </a:lvl2pPr>
      <a:lvl3pPr algn="l" rtl="0" eaLnBrk="0" fontAlgn="base" hangingPunct="0">
        <a:lnSpc>
          <a:spcPct val="90000"/>
        </a:lnSpc>
        <a:spcBef>
          <a:spcPct val="0"/>
        </a:spcBef>
        <a:spcAft>
          <a:spcPct val="0"/>
        </a:spcAft>
        <a:defRPr sz="3023" b="1">
          <a:solidFill>
            <a:schemeClr val="tx1"/>
          </a:solidFill>
          <a:latin typeface="Arial" charset="0"/>
        </a:defRPr>
      </a:lvl3pPr>
      <a:lvl4pPr algn="l" rtl="0" eaLnBrk="0" fontAlgn="base" hangingPunct="0">
        <a:lnSpc>
          <a:spcPct val="90000"/>
        </a:lnSpc>
        <a:spcBef>
          <a:spcPct val="0"/>
        </a:spcBef>
        <a:spcAft>
          <a:spcPct val="0"/>
        </a:spcAft>
        <a:defRPr sz="3023" b="1">
          <a:solidFill>
            <a:schemeClr val="tx1"/>
          </a:solidFill>
          <a:latin typeface="Arial" charset="0"/>
        </a:defRPr>
      </a:lvl4pPr>
      <a:lvl5pPr algn="l" rtl="0" eaLnBrk="0" fontAlgn="base" hangingPunct="0">
        <a:lnSpc>
          <a:spcPct val="90000"/>
        </a:lnSpc>
        <a:spcBef>
          <a:spcPct val="0"/>
        </a:spcBef>
        <a:spcAft>
          <a:spcPct val="0"/>
        </a:spcAft>
        <a:defRPr sz="3023" b="1">
          <a:solidFill>
            <a:schemeClr val="tx1"/>
          </a:solidFill>
          <a:latin typeface="Arial" charset="0"/>
        </a:defRPr>
      </a:lvl5pPr>
      <a:lvl6pPr marL="436178" algn="l" rtl="0" eaLnBrk="1" fontAlgn="base" hangingPunct="1">
        <a:lnSpc>
          <a:spcPct val="90000"/>
        </a:lnSpc>
        <a:spcBef>
          <a:spcPct val="0"/>
        </a:spcBef>
        <a:spcAft>
          <a:spcPct val="0"/>
        </a:spcAft>
        <a:defRPr sz="3023" b="1">
          <a:solidFill>
            <a:schemeClr val="tx1"/>
          </a:solidFill>
          <a:latin typeface="Arial" charset="0"/>
        </a:defRPr>
      </a:lvl6pPr>
      <a:lvl7pPr marL="872356" algn="l" rtl="0" eaLnBrk="1" fontAlgn="base" hangingPunct="1">
        <a:lnSpc>
          <a:spcPct val="90000"/>
        </a:lnSpc>
        <a:spcBef>
          <a:spcPct val="0"/>
        </a:spcBef>
        <a:spcAft>
          <a:spcPct val="0"/>
        </a:spcAft>
        <a:defRPr sz="3023" b="1">
          <a:solidFill>
            <a:schemeClr val="tx1"/>
          </a:solidFill>
          <a:latin typeface="Arial" charset="0"/>
        </a:defRPr>
      </a:lvl7pPr>
      <a:lvl8pPr marL="1308534" algn="l" rtl="0" eaLnBrk="1" fontAlgn="base" hangingPunct="1">
        <a:lnSpc>
          <a:spcPct val="90000"/>
        </a:lnSpc>
        <a:spcBef>
          <a:spcPct val="0"/>
        </a:spcBef>
        <a:spcAft>
          <a:spcPct val="0"/>
        </a:spcAft>
        <a:defRPr sz="3023" b="1">
          <a:solidFill>
            <a:schemeClr val="tx1"/>
          </a:solidFill>
          <a:latin typeface="Arial" charset="0"/>
        </a:defRPr>
      </a:lvl8pPr>
      <a:lvl9pPr marL="1744712" algn="l" rtl="0" eaLnBrk="1" fontAlgn="base" hangingPunct="1">
        <a:lnSpc>
          <a:spcPct val="90000"/>
        </a:lnSpc>
        <a:spcBef>
          <a:spcPct val="0"/>
        </a:spcBef>
        <a:spcAft>
          <a:spcPct val="0"/>
        </a:spcAft>
        <a:defRPr sz="3023" b="1">
          <a:solidFill>
            <a:schemeClr val="tx1"/>
          </a:solidFill>
          <a:latin typeface="Arial" charset="0"/>
        </a:defRPr>
      </a:lvl9pPr>
    </p:titleStyle>
    <p:bodyStyle>
      <a:lvl1pPr marL="254439" indent="-254439" algn="l" rtl="0" eaLnBrk="0" fontAlgn="base" hangingPunct="0">
        <a:spcBef>
          <a:spcPts val="1145"/>
        </a:spcBef>
        <a:spcAft>
          <a:spcPct val="0"/>
        </a:spcAft>
        <a:buClr>
          <a:schemeClr val="bg2"/>
        </a:buClr>
        <a:buChar char="•"/>
        <a:defRPr sz="2672">
          <a:solidFill>
            <a:schemeClr val="tx1"/>
          </a:solidFill>
          <a:latin typeface="+mn-lt"/>
          <a:ea typeface="+mn-ea"/>
          <a:cs typeface="+mn-cs"/>
        </a:defRPr>
      </a:lvl1pPr>
      <a:lvl2pPr marL="772399" indent="-254439" algn="l" rtl="0" eaLnBrk="0" fontAlgn="base" hangingPunct="0">
        <a:lnSpc>
          <a:spcPct val="110000"/>
        </a:lnSpc>
        <a:spcBef>
          <a:spcPts val="573"/>
        </a:spcBef>
        <a:spcAft>
          <a:spcPct val="0"/>
        </a:spcAft>
        <a:buClr>
          <a:schemeClr val="tx1"/>
        </a:buClr>
        <a:buFont typeface="Arial" charset="0"/>
        <a:buChar char="–"/>
        <a:defRPr sz="2320">
          <a:solidFill>
            <a:schemeClr val="tx1"/>
          </a:solidFill>
          <a:latin typeface="+mn-lt"/>
        </a:defRPr>
      </a:lvl2pPr>
      <a:lvl3pPr marL="1281273" indent="-254439" algn="l" rtl="0" eaLnBrk="0" fontAlgn="base" hangingPunct="0">
        <a:lnSpc>
          <a:spcPct val="110000"/>
        </a:lnSpc>
        <a:spcBef>
          <a:spcPct val="0"/>
        </a:spcBef>
        <a:spcAft>
          <a:spcPct val="0"/>
        </a:spcAft>
        <a:buClr>
          <a:schemeClr val="tx1"/>
        </a:buClr>
        <a:buFont typeface="Arial" charset="0"/>
        <a:buChar char="–"/>
        <a:defRPr sz="1898">
          <a:solidFill>
            <a:schemeClr val="tx1"/>
          </a:solidFill>
          <a:latin typeface="+mn-lt"/>
        </a:defRPr>
      </a:lvl3pPr>
      <a:lvl4pPr marL="1799238" indent="-254439" algn="l" rtl="0" eaLnBrk="0" fontAlgn="base" hangingPunct="0">
        <a:lnSpc>
          <a:spcPct val="110000"/>
        </a:lnSpc>
        <a:spcBef>
          <a:spcPct val="0"/>
        </a:spcBef>
        <a:spcAft>
          <a:spcPct val="0"/>
        </a:spcAft>
        <a:buClr>
          <a:schemeClr val="tx1"/>
        </a:buClr>
        <a:buFont typeface="Arial" charset="0"/>
        <a:buChar char="–"/>
        <a:defRPr>
          <a:solidFill>
            <a:schemeClr val="tx1"/>
          </a:solidFill>
          <a:latin typeface="+mn-lt"/>
        </a:defRPr>
      </a:lvl4pPr>
      <a:lvl5pPr marL="2308108" indent="-254439" algn="l" rtl="0" eaLnBrk="0" fontAlgn="base" hangingPunct="0">
        <a:lnSpc>
          <a:spcPct val="110000"/>
        </a:lnSpc>
        <a:spcBef>
          <a:spcPct val="0"/>
        </a:spcBef>
        <a:spcAft>
          <a:spcPct val="0"/>
        </a:spcAft>
        <a:buClr>
          <a:schemeClr val="tx1"/>
        </a:buClr>
        <a:buFont typeface="Arial" charset="0"/>
        <a:buChar char="–"/>
        <a:defRPr>
          <a:solidFill>
            <a:schemeClr val="tx1"/>
          </a:solidFill>
          <a:latin typeface="+mn-lt"/>
        </a:defRPr>
      </a:lvl5pPr>
      <a:lvl6pPr marL="2744289" indent="-254439" algn="l" rtl="0" eaLnBrk="1" fontAlgn="base" hangingPunct="1">
        <a:lnSpc>
          <a:spcPct val="110000"/>
        </a:lnSpc>
        <a:spcBef>
          <a:spcPct val="0"/>
        </a:spcBef>
        <a:spcAft>
          <a:spcPct val="0"/>
        </a:spcAft>
        <a:buClr>
          <a:schemeClr val="tx1"/>
        </a:buClr>
        <a:buFont typeface="Arial" charset="0"/>
        <a:buChar char="–"/>
        <a:defRPr sz="2109">
          <a:solidFill>
            <a:schemeClr val="tx1"/>
          </a:solidFill>
          <a:latin typeface="+mn-lt"/>
        </a:defRPr>
      </a:lvl6pPr>
      <a:lvl7pPr marL="3180469" indent="-254439" algn="l" rtl="0" eaLnBrk="1" fontAlgn="base" hangingPunct="1">
        <a:lnSpc>
          <a:spcPct val="110000"/>
        </a:lnSpc>
        <a:spcBef>
          <a:spcPct val="0"/>
        </a:spcBef>
        <a:spcAft>
          <a:spcPct val="0"/>
        </a:spcAft>
        <a:buClr>
          <a:schemeClr val="tx1"/>
        </a:buClr>
        <a:buFont typeface="Arial" charset="0"/>
        <a:buChar char="–"/>
        <a:defRPr sz="2109">
          <a:solidFill>
            <a:schemeClr val="tx1"/>
          </a:solidFill>
          <a:latin typeface="+mn-lt"/>
        </a:defRPr>
      </a:lvl7pPr>
      <a:lvl8pPr marL="3616647" indent="-254439" algn="l" rtl="0" eaLnBrk="1" fontAlgn="base" hangingPunct="1">
        <a:lnSpc>
          <a:spcPct val="110000"/>
        </a:lnSpc>
        <a:spcBef>
          <a:spcPct val="0"/>
        </a:spcBef>
        <a:spcAft>
          <a:spcPct val="0"/>
        </a:spcAft>
        <a:buClr>
          <a:schemeClr val="tx1"/>
        </a:buClr>
        <a:buFont typeface="Arial" charset="0"/>
        <a:buChar char="–"/>
        <a:defRPr sz="2109">
          <a:solidFill>
            <a:schemeClr val="tx1"/>
          </a:solidFill>
          <a:latin typeface="+mn-lt"/>
        </a:defRPr>
      </a:lvl8pPr>
      <a:lvl9pPr marL="4052824" indent="-254439" algn="l" rtl="0" eaLnBrk="1" fontAlgn="base" hangingPunct="1">
        <a:lnSpc>
          <a:spcPct val="110000"/>
        </a:lnSpc>
        <a:spcBef>
          <a:spcPct val="0"/>
        </a:spcBef>
        <a:spcAft>
          <a:spcPct val="0"/>
        </a:spcAft>
        <a:buClr>
          <a:schemeClr val="tx1"/>
        </a:buClr>
        <a:buFont typeface="Arial" charset="0"/>
        <a:buChar char="–"/>
        <a:defRPr sz="2109">
          <a:solidFill>
            <a:schemeClr val="tx1"/>
          </a:solidFill>
          <a:latin typeface="+mn-lt"/>
        </a:defRPr>
      </a:lvl9pPr>
    </p:bodyStyle>
    <p:otherStyle>
      <a:defPPr>
        <a:defRPr lang="en-US"/>
      </a:defPPr>
      <a:lvl1pPr marL="0" algn="l" defTabSz="872356" rtl="0" eaLnBrk="1" latinLnBrk="0" hangingPunct="1">
        <a:defRPr sz="1687" kern="1200">
          <a:solidFill>
            <a:schemeClr val="tx1"/>
          </a:solidFill>
          <a:latin typeface="+mn-lt"/>
          <a:ea typeface="+mn-ea"/>
          <a:cs typeface="+mn-cs"/>
        </a:defRPr>
      </a:lvl1pPr>
      <a:lvl2pPr marL="436178" algn="l" defTabSz="872356" rtl="0" eaLnBrk="1" latinLnBrk="0" hangingPunct="1">
        <a:defRPr sz="1687" kern="1200">
          <a:solidFill>
            <a:schemeClr val="tx1"/>
          </a:solidFill>
          <a:latin typeface="+mn-lt"/>
          <a:ea typeface="+mn-ea"/>
          <a:cs typeface="+mn-cs"/>
        </a:defRPr>
      </a:lvl2pPr>
      <a:lvl3pPr marL="872356" algn="l" defTabSz="872356" rtl="0" eaLnBrk="1" latinLnBrk="0" hangingPunct="1">
        <a:defRPr sz="1687" kern="1200">
          <a:solidFill>
            <a:schemeClr val="tx1"/>
          </a:solidFill>
          <a:latin typeface="+mn-lt"/>
          <a:ea typeface="+mn-ea"/>
          <a:cs typeface="+mn-cs"/>
        </a:defRPr>
      </a:lvl3pPr>
      <a:lvl4pPr marL="1308534" algn="l" defTabSz="872356" rtl="0" eaLnBrk="1" latinLnBrk="0" hangingPunct="1">
        <a:defRPr sz="1687" kern="1200">
          <a:solidFill>
            <a:schemeClr val="tx1"/>
          </a:solidFill>
          <a:latin typeface="+mn-lt"/>
          <a:ea typeface="+mn-ea"/>
          <a:cs typeface="+mn-cs"/>
        </a:defRPr>
      </a:lvl4pPr>
      <a:lvl5pPr marL="1744712" algn="l" defTabSz="872356" rtl="0" eaLnBrk="1" latinLnBrk="0" hangingPunct="1">
        <a:defRPr sz="1687" kern="1200">
          <a:solidFill>
            <a:schemeClr val="tx1"/>
          </a:solidFill>
          <a:latin typeface="+mn-lt"/>
          <a:ea typeface="+mn-ea"/>
          <a:cs typeface="+mn-cs"/>
        </a:defRPr>
      </a:lvl5pPr>
      <a:lvl6pPr marL="2180891" algn="l" defTabSz="872356" rtl="0" eaLnBrk="1" latinLnBrk="0" hangingPunct="1">
        <a:defRPr sz="1687" kern="1200">
          <a:solidFill>
            <a:schemeClr val="tx1"/>
          </a:solidFill>
          <a:latin typeface="+mn-lt"/>
          <a:ea typeface="+mn-ea"/>
          <a:cs typeface="+mn-cs"/>
        </a:defRPr>
      </a:lvl6pPr>
      <a:lvl7pPr marL="2617073" algn="l" defTabSz="872356" rtl="0" eaLnBrk="1" latinLnBrk="0" hangingPunct="1">
        <a:defRPr sz="1687" kern="1200">
          <a:solidFill>
            <a:schemeClr val="tx1"/>
          </a:solidFill>
          <a:latin typeface="+mn-lt"/>
          <a:ea typeface="+mn-ea"/>
          <a:cs typeface="+mn-cs"/>
        </a:defRPr>
      </a:lvl7pPr>
      <a:lvl8pPr marL="3053247" algn="l" defTabSz="872356" rtl="0" eaLnBrk="1" latinLnBrk="0" hangingPunct="1">
        <a:defRPr sz="1687" kern="1200">
          <a:solidFill>
            <a:schemeClr val="tx1"/>
          </a:solidFill>
          <a:latin typeface="+mn-lt"/>
          <a:ea typeface="+mn-ea"/>
          <a:cs typeface="+mn-cs"/>
        </a:defRPr>
      </a:lvl8pPr>
      <a:lvl9pPr marL="3489425" algn="l" defTabSz="872356" rtl="0" eaLnBrk="1" latinLnBrk="0" hangingPunct="1">
        <a:defRPr sz="16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package" Target="../embeddings/Microsoft_Excel_Worksheet.xlsx"/></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7.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package" Target="../embeddings/Microsoft_Excel_Worksheet1.xlsx"/></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xml"/><Relationship Id="rId1" Type="http://schemas.openxmlformats.org/officeDocument/2006/relationships/vmlDrawing" Target="../drawings/vmlDrawing3.vml"/><Relationship Id="rId5" Type="http://schemas.openxmlformats.org/officeDocument/2006/relationships/image" Target="../media/image8.emf"/><Relationship Id="rId4" Type="http://schemas.openxmlformats.org/officeDocument/2006/relationships/package" Target="../embeddings/Microsoft_Excel_Worksheet2.xlsx"/></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vmlDrawing" Target="../drawings/vmlDrawing4.vml"/><Relationship Id="rId5" Type="http://schemas.openxmlformats.org/officeDocument/2006/relationships/image" Target="../media/image9.emf"/><Relationship Id="rId4" Type="http://schemas.openxmlformats.org/officeDocument/2006/relationships/package" Target="../embeddings/Microsoft_Excel_Worksheet3.xlsx"/></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7" name="Picture 5"/>
          <p:cNvPicPr>
            <a:picLocks noChangeArrowheads="1"/>
          </p:cNvPicPr>
          <p:nvPr/>
        </p:nvPicPr>
        <p:blipFill>
          <a:blip r:embed="rId2"/>
          <a:srcRect/>
          <a:stretch>
            <a:fillRect/>
          </a:stretch>
        </p:blipFill>
        <p:spPr bwMode="auto">
          <a:xfrm>
            <a:off x="2767019" y="4551364"/>
            <a:ext cx="2247900" cy="463550"/>
          </a:xfrm>
          <a:prstGeom prst="rect">
            <a:avLst/>
          </a:prstGeom>
          <a:noFill/>
          <a:ln w="9525">
            <a:noFill/>
            <a:miter lim="800000"/>
            <a:headEnd/>
            <a:tailEnd/>
          </a:ln>
        </p:spPr>
      </p:pic>
      <p:pic>
        <p:nvPicPr>
          <p:cNvPr id="49159" name="Picture 9"/>
          <p:cNvPicPr>
            <a:picLocks noChangeArrowheads="1"/>
          </p:cNvPicPr>
          <p:nvPr/>
        </p:nvPicPr>
        <p:blipFill>
          <a:blip r:embed="rId3"/>
          <a:srcRect l="9537" t="2977" r="5502" b="133"/>
          <a:stretch>
            <a:fillRect/>
          </a:stretch>
        </p:blipFill>
        <p:spPr bwMode="auto">
          <a:xfrm>
            <a:off x="1512094" y="4889500"/>
            <a:ext cx="9155906" cy="1384300"/>
          </a:xfrm>
          <a:prstGeom prst="rect">
            <a:avLst/>
          </a:prstGeom>
          <a:noFill/>
          <a:ln w="9525">
            <a:noFill/>
            <a:miter lim="800000"/>
            <a:headEnd/>
            <a:tailEnd/>
          </a:ln>
        </p:spPr>
      </p:pic>
      <p:sp>
        <p:nvSpPr>
          <p:cNvPr id="49160" name="Rectangle 10"/>
          <p:cNvSpPr>
            <a:spLocks/>
          </p:cNvSpPr>
          <p:nvPr/>
        </p:nvSpPr>
        <p:spPr bwMode="auto">
          <a:xfrm>
            <a:off x="3890964" y="5353052"/>
            <a:ext cx="6432948" cy="475808"/>
          </a:xfrm>
          <a:prstGeom prst="rect">
            <a:avLst/>
          </a:prstGeom>
          <a:noFill/>
          <a:ln w="9525">
            <a:noFill/>
            <a:miter lim="800000"/>
            <a:headEnd/>
            <a:tailEnd/>
          </a:ln>
        </p:spPr>
        <p:txBody>
          <a:bodyPr wrap="square" lIns="26656" tIns="26656" rIns="65939" bIns="26656">
            <a:prstTxWarp prst="textNoShape">
              <a:avLst/>
            </a:prstTxWarp>
            <a:spAutoFit/>
          </a:bodyPr>
          <a:lstStyle/>
          <a:p>
            <a:pPr marL="11993" marR="0" lvl="0" indent="0" algn="r" defTabSz="642915" rtl="0" eaLnBrk="1" fontAlgn="base" latinLnBrk="0" hangingPunct="1">
              <a:lnSpc>
                <a:spcPct val="100000"/>
              </a:lnSpc>
              <a:spcBef>
                <a:spcPct val="0"/>
              </a:spcBef>
              <a:spcAft>
                <a:spcPct val="0"/>
              </a:spcAft>
              <a:buClrTx/>
              <a:buSzTx/>
              <a:buFontTx/>
              <a:buNone/>
              <a:tabLst/>
              <a:defRPr/>
            </a:pPr>
            <a:r>
              <a:rPr lang="en-US" sz="2742" dirty="0">
                <a:solidFill>
                  <a:srgbClr val="FFFFFF"/>
                </a:solidFill>
                <a:latin typeface="Arial" charset="0"/>
                <a:ea typeface="ＭＳ Ｐゴシック" charset="-128"/>
                <a:cs typeface="ＭＳ Ｐゴシック" charset="-128"/>
                <a:sym typeface="Arial" charset="0"/>
              </a:rPr>
              <a:t>Freight Out Classification Decision</a:t>
            </a:r>
            <a:endParaRPr kumimoji="0" lang="en-US" sz="2320" b="0" i="0" u="none" strike="noStrike" kern="1200" cap="none" spc="0" normalizeH="0" baseline="0" noProof="0" dirty="0">
              <a:ln>
                <a:noFill/>
              </a:ln>
              <a:solidFill>
                <a:srgbClr val="FFFFFF"/>
              </a:solidFill>
              <a:effectLst/>
              <a:uLnTx/>
              <a:uFillTx/>
              <a:latin typeface="Arial" charset="0"/>
              <a:ea typeface="ＭＳ Ｐゴシック" charset="-128"/>
              <a:cs typeface="ＭＳ Ｐゴシック" charset="-128"/>
              <a:sym typeface="Arial" charset="0"/>
            </a:endParaRPr>
          </a:p>
        </p:txBody>
      </p:sp>
      <p:pic>
        <p:nvPicPr>
          <p:cNvPr id="4102" name="Picture 6" descr="âjuul labsâçå¾çæç´¢ç»æ">
            <a:extLst>
              <a:ext uri="{FF2B5EF4-FFF2-40B4-BE49-F238E27FC236}">
                <a16:creationId xmlns:a16="http://schemas.microsoft.com/office/drawing/2014/main" id="{D34126BF-BEB6-4955-BAA9-D7736E7C34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9844" y="924906"/>
            <a:ext cx="7072313" cy="3974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46003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p:cNvSpPr>
            <a:spLocks noGrp="1"/>
          </p:cNvSpPr>
          <p:nvPr>
            <p:ph type="sldNum" sz="quarter" idx="10"/>
          </p:nvPr>
        </p:nvSpPr>
        <p:spPr/>
        <p:txBody>
          <a:bodyPr/>
          <a:lstStyle/>
          <a:p>
            <a:pPr marL="0" marR="0" lvl="0" indent="0" algn="ctr" defTabSz="642915" rtl="0" eaLnBrk="1" fontAlgn="base" latinLnBrk="0" hangingPunct="1">
              <a:lnSpc>
                <a:spcPct val="100000"/>
              </a:lnSpc>
              <a:spcBef>
                <a:spcPct val="0"/>
              </a:spcBef>
              <a:spcAft>
                <a:spcPct val="0"/>
              </a:spcAft>
              <a:buClrTx/>
              <a:buSzTx/>
              <a:buFontTx/>
              <a:buNone/>
              <a:tabLst/>
              <a:defRPr/>
            </a:pPr>
            <a:fld id="{11043A70-37AB-41E1-97F7-5A7B3565E434}" type="slidenum">
              <a:rPr kumimoji="0" lang="en-GB" sz="2320" b="0" i="0" u="none" strike="noStrike" kern="1200" cap="none" spc="0" normalizeH="0" baseline="0" noProof="0">
                <a:ln>
                  <a:noFill/>
                </a:ln>
                <a:solidFill>
                  <a:srgbClr val="FFFFFF"/>
                </a:solidFill>
                <a:effectLst/>
                <a:uLnTx/>
                <a:uFillTx/>
                <a:latin typeface="Arial" charset="0"/>
                <a:ea typeface="ヒラギノ角ゴ ProN W3" pitchFamily="-1" charset="-128"/>
                <a:cs typeface="+mn-cs"/>
                <a:sym typeface="Gill Sans" pitchFamily="-1" charset="0"/>
              </a:rPr>
              <a:pPr marL="0" marR="0" lvl="0" indent="0" algn="ctr" defTabSz="642915" rtl="0" eaLnBrk="1" fontAlgn="base" latinLnBrk="0" hangingPunct="1">
                <a:lnSpc>
                  <a:spcPct val="100000"/>
                </a:lnSpc>
                <a:spcBef>
                  <a:spcPct val="0"/>
                </a:spcBef>
                <a:spcAft>
                  <a:spcPct val="0"/>
                </a:spcAft>
                <a:buClrTx/>
                <a:buSzTx/>
                <a:buFontTx/>
                <a:buNone/>
                <a:tabLst/>
                <a:defRPr/>
              </a:pPr>
              <a:t>2</a:t>
            </a:fld>
            <a:endParaRPr kumimoji="0" lang="en-GB" sz="2320" b="0" i="0" u="none" strike="noStrike" kern="1200" cap="none" spc="0" normalizeH="0" baseline="0" noProof="0" dirty="0">
              <a:ln>
                <a:noFill/>
              </a:ln>
              <a:solidFill>
                <a:srgbClr val="FFFFFF"/>
              </a:solidFill>
              <a:effectLst/>
              <a:uLnTx/>
              <a:uFillTx/>
              <a:latin typeface="Arial" charset="0"/>
              <a:ea typeface="ヒラギノ角ゴ ProN W3" pitchFamily="-1" charset="-128"/>
              <a:cs typeface="+mn-cs"/>
              <a:sym typeface="Gill Sans" pitchFamily="-1" charset="0"/>
            </a:endParaRPr>
          </a:p>
        </p:txBody>
      </p:sp>
      <p:sp>
        <p:nvSpPr>
          <p:cNvPr id="5" name="Content Placeholder 2"/>
          <p:cNvSpPr txBox="1">
            <a:spLocks/>
          </p:cNvSpPr>
          <p:nvPr/>
        </p:nvSpPr>
        <p:spPr>
          <a:xfrm>
            <a:off x="634762" y="1192401"/>
            <a:ext cx="10734679" cy="6129937"/>
          </a:xfrm>
          <a:prstGeom prst="rect">
            <a:avLst/>
          </a:prstGeom>
        </p:spPr>
        <p:txBody>
          <a:bodyPr wrap="square" lIns="87239" tIns="43619" rIns="87239" bIns="43619">
            <a:spAutoFit/>
          </a:bodyPr>
          <a:lstStyle/>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JUUL is undergoing  financial statements audit for FY 2018 and would like to comply with SEC rules since Altria may have to disclose JUUL’s financial statements under it’s SEC filings</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endParaRPr lang="en-US" sz="1687" kern="0" dirty="0">
              <a:solidFill>
                <a:srgbClr val="000000"/>
              </a:solidFill>
              <a:latin typeface="Arial"/>
              <a:ea typeface="ヒラギノ角ゴ ProN W3" pitchFamily="-1" charset="-128"/>
              <a:sym typeface="Gill Sans" pitchFamily="-1" charset="0"/>
            </a:endParaRP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US GAAP/SEC guidance says that all costs directly attributable to production of goods shall be included in COGS; there is no bright line test</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endParaRPr lang="en-US" sz="1687" kern="0" dirty="0">
              <a:solidFill>
                <a:srgbClr val="000000"/>
              </a:solidFill>
              <a:latin typeface="Arial"/>
              <a:ea typeface="ヒラギノ角ゴ ProN W3" pitchFamily="-1" charset="-128"/>
              <a:sym typeface="Gill Sans" pitchFamily="-1" charset="0"/>
            </a:endParaRP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JUUL</a:t>
            </a:r>
            <a:r>
              <a:rPr lang="en-US" sz="1687" u="sng" kern="0" dirty="0">
                <a:solidFill>
                  <a:srgbClr val="000000"/>
                </a:solidFill>
                <a:latin typeface="Arial"/>
                <a:ea typeface="ヒラギノ角ゴ ProN W3" pitchFamily="-1" charset="-128"/>
                <a:sym typeface="Gill Sans" pitchFamily="-1" charset="0"/>
              </a:rPr>
              <a:t> does not </a:t>
            </a:r>
            <a:r>
              <a:rPr lang="en-US" sz="1687" kern="0" dirty="0">
                <a:solidFill>
                  <a:srgbClr val="000000"/>
                </a:solidFill>
                <a:latin typeface="Arial"/>
                <a:ea typeface="ヒラギノ角ゴ ProN W3" pitchFamily="-1" charset="-128"/>
                <a:sym typeface="Gill Sans" pitchFamily="-1" charset="0"/>
              </a:rPr>
              <a:t>include cost of supply chain team (overheads) that is directly attributable to production of goods</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endParaRPr lang="en-US" sz="1687" kern="0" dirty="0">
              <a:solidFill>
                <a:srgbClr val="000000"/>
              </a:solidFill>
              <a:latin typeface="Arial"/>
              <a:ea typeface="ヒラギノ角ゴ ProN W3" pitchFamily="-1" charset="-128"/>
              <a:sym typeface="Gill Sans" pitchFamily="-1" charset="0"/>
            </a:endParaRP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JUUL includes Freight Out (cost to transport goods to customers/distributors) in COGS</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endParaRPr lang="en-US" sz="1687" kern="0" dirty="0">
              <a:solidFill>
                <a:srgbClr val="000000"/>
              </a:solidFill>
              <a:latin typeface="Arial"/>
              <a:ea typeface="ヒラギノ角ゴ ProN W3" pitchFamily="-1" charset="-128"/>
              <a:sym typeface="Gill Sans" pitchFamily="-1" charset="0"/>
            </a:endParaRP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rPr>
              <a:t>JUUL may consider </a:t>
            </a:r>
            <a:r>
              <a:rPr lang="en-US" sz="1687" kern="0" dirty="0">
                <a:solidFill>
                  <a:srgbClr val="000000"/>
                </a:solidFill>
                <a:latin typeface="Arial"/>
                <a:ea typeface="ヒラギノ角ゴ ProN W3" pitchFamily="-1" charset="-128"/>
                <a:sym typeface="Gill Sans" pitchFamily="-1" charset="0"/>
              </a:rPr>
              <a:t>including cost of  directly attributable  supply chain costs </a:t>
            </a:r>
            <a:r>
              <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rPr>
              <a:t>to the manufacturing process from G&amp;A to COGS / Inventory to begin recording it as an overhead related to the production of inventory </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This deck provides the options and cost impact of a) electing to keep Freight Out as a COGS item, or b) treating Freight Out as a Selling Expense going forward </a:t>
            </a:r>
            <a:r>
              <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rPr>
              <a:t> </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a:p>
            <a:pPr marR="0" lvl="0" algn="l" defTabSz="872356" rtl="0" eaLnBrk="0" fontAlgn="base" latinLnBrk="0" hangingPunct="0">
              <a:lnSpc>
                <a:spcPct val="110000"/>
              </a:lnSpc>
              <a:spcBef>
                <a:spcPts val="573"/>
              </a:spcBef>
              <a:spcAft>
                <a:spcPct val="0"/>
              </a:spcAft>
              <a:buClr>
                <a:srgbClr val="5F6062"/>
              </a:buClr>
              <a:buSzTx/>
              <a:tabLst/>
              <a:defRPr/>
            </a:pP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p:txBody>
      </p:sp>
      <p:sp>
        <p:nvSpPr>
          <p:cNvPr id="7" name="Rectangle 2"/>
          <p:cNvSpPr txBox="1">
            <a:spLocks noChangeArrowheads="1"/>
          </p:cNvSpPr>
          <p:nvPr/>
        </p:nvSpPr>
        <p:spPr>
          <a:xfrm>
            <a:off x="436583" y="305332"/>
            <a:ext cx="8267934" cy="792162"/>
          </a:xfrm>
          <a:prstGeom prst="rect">
            <a:avLst/>
          </a:prstGeom>
        </p:spPr>
        <p:txBody>
          <a:bodyPr lIns="87239" tIns="43619" rIns="87239" bIns="43619" anchor="ctr" anchorCtr="0"/>
          <a:lstStyle/>
          <a:p>
            <a:pPr marL="0" marR="0" lvl="0" indent="0" algn="l" defTabSz="642915" rtl="0" eaLnBrk="0" fontAlgn="base" latinLnBrk="0" hangingPunct="0">
              <a:lnSpc>
                <a:spcPct val="90000"/>
              </a:lnSpc>
              <a:spcBef>
                <a:spcPct val="0"/>
              </a:spcBef>
              <a:spcAft>
                <a:spcPct val="0"/>
              </a:spcAft>
              <a:buClrTx/>
              <a:buSzTx/>
              <a:buFontTx/>
              <a:buNone/>
              <a:tabLst/>
              <a:defRPr/>
            </a:pPr>
            <a:r>
              <a:rPr kumimoji="0" lang="en-US" sz="2672" b="0" i="0" u="none" strike="noStrike" kern="0" cap="none" spc="0" normalizeH="0" baseline="0" noProof="0" dirty="0">
                <a:ln>
                  <a:noFill/>
                </a:ln>
                <a:solidFill>
                  <a:srgbClr val="3A4B92"/>
                </a:solidFill>
                <a:effectLst/>
                <a:uLnTx/>
                <a:uFillTx/>
                <a:latin typeface="Arial"/>
                <a:ea typeface="ヒラギノ角ゴ ProN W3" pitchFamily="-1" charset="-128"/>
                <a:cs typeface="+mn-cs"/>
                <a:sym typeface="Gill Sans" pitchFamily="-1" charset="0"/>
              </a:rPr>
              <a:t>Background</a:t>
            </a:r>
          </a:p>
        </p:txBody>
      </p:sp>
    </p:spTree>
    <p:extLst>
      <p:ext uri="{BB962C8B-B14F-4D97-AF65-F5344CB8AC3E}">
        <p14:creationId xmlns:p14="http://schemas.microsoft.com/office/powerpoint/2010/main" val="3185256822"/>
      </p:ext>
    </p:extLst>
  </p:cSld>
  <p:clrMapOvr>
    <a:masterClrMapping/>
  </p:clrMapOvr>
  <p:transition advTm="2262">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p:cNvSpPr>
            <a:spLocks noGrp="1"/>
          </p:cNvSpPr>
          <p:nvPr>
            <p:ph type="sldNum" sz="quarter" idx="10"/>
          </p:nvPr>
        </p:nvSpPr>
        <p:spPr/>
        <p:txBody>
          <a:bodyPr/>
          <a:lstStyle/>
          <a:p>
            <a:pPr marL="0" marR="0" lvl="0" indent="0" algn="ctr" defTabSz="642915" rtl="0" eaLnBrk="1" fontAlgn="base" latinLnBrk="0" hangingPunct="1">
              <a:lnSpc>
                <a:spcPct val="100000"/>
              </a:lnSpc>
              <a:spcBef>
                <a:spcPct val="0"/>
              </a:spcBef>
              <a:spcAft>
                <a:spcPct val="0"/>
              </a:spcAft>
              <a:buClrTx/>
              <a:buSzTx/>
              <a:buFontTx/>
              <a:buNone/>
              <a:tabLst/>
              <a:defRPr/>
            </a:pPr>
            <a:fld id="{11043A70-37AB-41E1-97F7-5A7B3565E434}" type="slidenum">
              <a:rPr kumimoji="0" lang="en-GB" sz="2320" b="0" i="0" u="none" strike="noStrike" kern="1200" cap="none" spc="0" normalizeH="0" baseline="0" noProof="0">
                <a:ln>
                  <a:noFill/>
                </a:ln>
                <a:solidFill>
                  <a:srgbClr val="FFFFFF"/>
                </a:solidFill>
                <a:effectLst/>
                <a:uLnTx/>
                <a:uFillTx/>
                <a:latin typeface="Arial" charset="0"/>
                <a:ea typeface="ヒラギノ角ゴ ProN W3" pitchFamily="-1" charset="-128"/>
                <a:cs typeface="+mn-cs"/>
                <a:sym typeface="Gill Sans" pitchFamily="-1" charset="0"/>
              </a:rPr>
              <a:pPr marL="0" marR="0" lvl="0" indent="0" algn="ctr" defTabSz="642915" rtl="0" eaLnBrk="1" fontAlgn="base" latinLnBrk="0" hangingPunct="1">
                <a:lnSpc>
                  <a:spcPct val="100000"/>
                </a:lnSpc>
                <a:spcBef>
                  <a:spcPct val="0"/>
                </a:spcBef>
                <a:spcAft>
                  <a:spcPct val="0"/>
                </a:spcAft>
                <a:buClrTx/>
                <a:buSzTx/>
                <a:buFontTx/>
                <a:buNone/>
                <a:tabLst/>
                <a:defRPr/>
              </a:pPr>
              <a:t>3</a:t>
            </a:fld>
            <a:endParaRPr kumimoji="0" lang="en-GB" sz="2320" b="0" i="0" u="none" strike="noStrike" kern="1200" cap="none" spc="0" normalizeH="0" baseline="0" noProof="0" dirty="0">
              <a:ln>
                <a:noFill/>
              </a:ln>
              <a:solidFill>
                <a:srgbClr val="FFFFFF"/>
              </a:solidFill>
              <a:effectLst/>
              <a:uLnTx/>
              <a:uFillTx/>
              <a:latin typeface="Arial" charset="0"/>
              <a:ea typeface="ヒラギノ角ゴ ProN W3" pitchFamily="-1" charset="-128"/>
              <a:cs typeface="+mn-cs"/>
              <a:sym typeface="Gill Sans" pitchFamily="-1" charset="0"/>
            </a:endParaRPr>
          </a:p>
        </p:txBody>
      </p:sp>
      <p:sp>
        <p:nvSpPr>
          <p:cNvPr id="7" name="Rectangle 2"/>
          <p:cNvSpPr txBox="1">
            <a:spLocks noChangeArrowheads="1"/>
          </p:cNvSpPr>
          <p:nvPr/>
        </p:nvSpPr>
        <p:spPr>
          <a:xfrm>
            <a:off x="436583" y="305332"/>
            <a:ext cx="8267934" cy="792162"/>
          </a:xfrm>
          <a:prstGeom prst="rect">
            <a:avLst/>
          </a:prstGeom>
        </p:spPr>
        <p:txBody>
          <a:bodyPr lIns="87239" tIns="43619" rIns="87239" bIns="43619" anchor="ctr" anchorCtr="0"/>
          <a:lstStyle/>
          <a:p>
            <a:pPr marL="0" marR="0" lvl="0" indent="0" algn="l" defTabSz="642915" rtl="0" eaLnBrk="0" fontAlgn="base" latinLnBrk="0" hangingPunct="0">
              <a:lnSpc>
                <a:spcPct val="90000"/>
              </a:lnSpc>
              <a:spcBef>
                <a:spcPct val="0"/>
              </a:spcBef>
              <a:spcAft>
                <a:spcPct val="0"/>
              </a:spcAft>
              <a:buClrTx/>
              <a:buSzTx/>
              <a:buFontTx/>
              <a:buNone/>
              <a:tabLst/>
              <a:defRPr/>
            </a:pPr>
            <a:r>
              <a:rPr kumimoji="0" lang="en-US" sz="2672" b="0" i="0" u="none" strike="noStrike" kern="0" cap="none" spc="0" normalizeH="0" baseline="0" noProof="0" dirty="0">
                <a:ln>
                  <a:noFill/>
                </a:ln>
                <a:solidFill>
                  <a:srgbClr val="3A4B92"/>
                </a:solidFill>
                <a:effectLst/>
                <a:uLnTx/>
                <a:uFillTx/>
                <a:latin typeface="Arial"/>
                <a:ea typeface="ヒラギノ角ゴ ProN W3" pitchFamily="-1" charset="-128"/>
                <a:cs typeface="+mn-cs"/>
                <a:sym typeface="Gill Sans" pitchFamily="-1" charset="0"/>
              </a:rPr>
              <a:t>Supply Chain Headcount Expense</a:t>
            </a:r>
          </a:p>
        </p:txBody>
      </p:sp>
      <p:sp>
        <p:nvSpPr>
          <p:cNvPr id="6" name="Content Placeholder 2">
            <a:extLst>
              <a:ext uri="{FF2B5EF4-FFF2-40B4-BE49-F238E27FC236}">
                <a16:creationId xmlns:a16="http://schemas.microsoft.com/office/drawing/2014/main" id="{AD8F9120-BE8D-4A7C-AF46-593C0DB5915D}"/>
              </a:ext>
            </a:extLst>
          </p:cNvPr>
          <p:cNvSpPr txBox="1">
            <a:spLocks/>
          </p:cNvSpPr>
          <p:nvPr/>
        </p:nvSpPr>
        <p:spPr>
          <a:xfrm>
            <a:off x="634762" y="3128778"/>
            <a:ext cx="10734679" cy="2372883"/>
          </a:xfrm>
          <a:prstGeom prst="rect">
            <a:avLst/>
          </a:prstGeom>
        </p:spPr>
        <p:txBody>
          <a:bodyPr wrap="square" lIns="87239" tIns="43619" rIns="87239" bIns="43619">
            <a:spAutoFit/>
          </a:bodyPr>
          <a:lstStyle/>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Based on a classification review of the Supply Chain related headcount cost, Accounting has determined $13.1 million of the cost pool would be reclassified as an Inventory related overhead for 2018 </a:t>
            </a:r>
          </a:p>
          <a:p>
            <a:pPr marL="698293" lvl="1" indent="-241093" defTabSz="872356" eaLnBrk="0" fontAlgn="base" hangingPunct="0">
              <a:lnSpc>
                <a:spcPct val="110000"/>
              </a:lnSpc>
              <a:spcBef>
                <a:spcPts val="573"/>
              </a:spcBef>
              <a:spcAft>
                <a:spcPct val="0"/>
              </a:spcAft>
              <a:buClr>
                <a:srgbClr val="5F6062"/>
              </a:buClr>
              <a:buFont typeface="Arial" panose="020B0604020202020204" pitchFamily="34" charset="0"/>
              <a:buChar char="•"/>
              <a:defRPr/>
            </a:pPr>
            <a:r>
              <a:rPr lang="en-US" sz="1687" kern="0" dirty="0">
                <a:solidFill>
                  <a:srgbClr val="000000"/>
                </a:solidFill>
                <a:latin typeface="Arial"/>
                <a:ea typeface="ヒラギノ角ゴ ProN W3" pitchFamily="-1" charset="-128"/>
                <a:sym typeface="Gill Sans" pitchFamily="-1" charset="0"/>
              </a:rPr>
              <a:t>Since the company finished 2018 with 90 days of inventory on hand, 25% of this cost would be capitalized as part of inventory value ($3.3 million) </a:t>
            </a:r>
          </a:p>
          <a:p>
            <a:pPr marL="698293" lvl="1" indent="-241093" defTabSz="872356" eaLnBrk="0" fontAlgn="base" hangingPunct="0">
              <a:lnSpc>
                <a:spcPct val="110000"/>
              </a:lnSpc>
              <a:spcBef>
                <a:spcPts val="573"/>
              </a:spcBef>
              <a:spcAft>
                <a:spcPct val="0"/>
              </a:spcAft>
              <a:buClr>
                <a:srgbClr val="5F6062"/>
              </a:buClr>
              <a:buFont typeface="Arial" panose="020B0604020202020204" pitchFamily="34" charset="0"/>
              <a:buChar char="•"/>
              <a:defRPr/>
            </a:pPr>
            <a:r>
              <a:rPr lang="en-US" sz="1687" kern="0" dirty="0">
                <a:solidFill>
                  <a:srgbClr val="000000"/>
                </a:solidFill>
                <a:latin typeface="Arial"/>
                <a:ea typeface="ヒラギノ角ゴ ProN W3" pitchFamily="-1" charset="-128"/>
                <a:sym typeface="Gill Sans" pitchFamily="-1" charset="0"/>
              </a:rPr>
              <a:t>75% of this cost pool would be reclassified to COGS (P&amp;L) in 2018 ($9.9 million)  </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a:p>
            <a:pPr marR="0" lvl="0" algn="l" defTabSz="872356" rtl="0" eaLnBrk="0" fontAlgn="base" latinLnBrk="0" hangingPunct="0">
              <a:lnSpc>
                <a:spcPct val="110000"/>
              </a:lnSpc>
              <a:spcBef>
                <a:spcPts val="573"/>
              </a:spcBef>
              <a:spcAft>
                <a:spcPct val="0"/>
              </a:spcAft>
              <a:buClr>
                <a:srgbClr val="5F6062"/>
              </a:buClr>
              <a:buSzTx/>
              <a:tabLst/>
              <a:defRPr/>
            </a:pP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p:txBody>
      </p:sp>
      <p:graphicFrame>
        <p:nvGraphicFramePr>
          <p:cNvPr id="3" name="Object 2">
            <a:extLst>
              <a:ext uri="{FF2B5EF4-FFF2-40B4-BE49-F238E27FC236}">
                <a16:creationId xmlns:a16="http://schemas.microsoft.com/office/drawing/2014/main" id="{52272C53-AE7A-45FF-8029-00B91EDB8E05}"/>
              </a:ext>
            </a:extLst>
          </p:cNvPr>
          <p:cNvGraphicFramePr>
            <a:graphicFrameLocks noChangeAspect="1"/>
          </p:cNvGraphicFramePr>
          <p:nvPr>
            <p:extLst>
              <p:ext uri="{D42A27DB-BD31-4B8C-83A1-F6EECF244321}">
                <p14:modId xmlns:p14="http://schemas.microsoft.com/office/powerpoint/2010/main" val="639397294"/>
              </p:ext>
            </p:extLst>
          </p:nvPr>
        </p:nvGraphicFramePr>
        <p:xfrm>
          <a:off x="2027499" y="1465189"/>
          <a:ext cx="7440372" cy="1224223"/>
        </p:xfrm>
        <a:graphic>
          <a:graphicData uri="http://schemas.openxmlformats.org/presentationml/2006/ole">
            <mc:AlternateContent xmlns:mc="http://schemas.openxmlformats.org/markup-compatibility/2006">
              <mc:Choice xmlns:v="urn:schemas-microsoft-com:vml" Requires="v">
                <p:oleObj spid="_x0000_s1046" name="Worksheet" r:id="rId4" imgW="6339114" imgH="1043247" progId="Excel.Sheet.12">
                  <p:embed/>
                </p:oleObj>
              </mc:Choice>
              <mc:Fallback>
                <p:oleObj name="Worksheet" r:id="rId4" imgW="6339114" imgH="1043247" progId="Excel.Sheet.12">
                  <p:embed/>
                  <p:pic>
                    <p:nvPicPr>
                      <p:cNvPr id="0" name=""/>
                      <p:cNvPicPr/>
                      <p:nvPr/>
                    </p:nvPicPr>
                    <p:blipFill>
                      <a:blip r:embed="rId5"/>
                      <a:stretch>
                        <a:fillRect/>
                      </a:stretch>
                    </p:blipFill>
                    <p:spPr>
                      <a:xfrm>
                        <a:off x="2027499" y="1465189"/>
                        <a:ext cx="7440372" cy="1224223"/>
                      </a:xfrm>
                      <a:prstGeom prst="rect">
                        <a:avLst/>
                      </a:prstGeom>
                    </p:spPr>
                  </p:pic>
                </p:oleObj>
              </mc:Fallback>
            </mc:AlternateContent>
          </a:graphicData>
        </a:graphic>
      </p:graphicFrame>
    </p:spTree>
    <p:extLst>
      <p:ext uri="{BB962C8B-B14F-4D97-AF65-F5344CB8AC3E}">
        <p14:creationId xmlns:p14="http://schemas.microsoft.com/office/powerpoint/2010/main" val="3913366593"/>
      </p:ext>
    </p:extLst>
  </p:cSld>
  <p:clrMapOvr>
    <a:masterClrMapping/>
  </p:clrMapOvr>
  <p:transition advTm="2262">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p:cNvSpPr>
            <a:spLocks noGrp="1"/>
          </p:cNvSpPr>
          <p:nvPr>
            <p:ph type="sldNum" sz="quarter" idx="10"/>
          </p:nvPr>
        </p:nvSpPr>
        <p:spPr/>
        <p:txBody>
          <a:bodyPr/>
          <a:lstStyle/>
          <a:p>
            <a:pPr marL="0" marR="0" lvl="0" indent="0" algn="ctr" defTabSz="642915" rtl="0" eaLnBrk="1" fontAlgn="base" latinLnBrk="0" hangingPunct="1">
              <a:lnSpc>
                <a:spcPct val="100000"/>
              </a:lnSpc>
              <a:spcBef>
                <a:spcPct val="0"/>
              </a:spcBef>
              <a:spcAft>
                <a:spcPct val="0"/>
              </a:spcAft>
              <a:buClrTx/>
              <a:buSzTx/>
              <a:buFontTx/>
              <a:buNone/>
              <a:tabLst/>
              <a:defRPr/>
            </a:pPr>
            <a:fld id="{11043A70-37AB-41E1-97F7-5A7B3565E434}" type="slidenum">
              <a:rPr kumimoji="0" lang="en-GB" sz="2320" b="0" i="0" u="none" strike="noStrike" kern="1200" cap="none" spc="0" normalizeH="0" baseline="0" noProof="0">
                <a:ln>
                  <a:noFill/>
                </a:ln>
                <a:solidFill>
                  <a:srgbClr val="FFFFFF"/>
                </a:solidFill>
                <a:effectLst/>
                <a:uLnTx/>
                <a:uFillTx/>
                <a:latin typeface="Arial" charset="0"/>
                <a:ea typeface="ヒラギノ角ゴ ProN W3" pitchFamily="-1" charset="-128"/>
                <a:cs typeface="+mn-cs"/>
                <a:sym typeface="Gill Sans" pitchFamily="-1" charset="0"/>
              </a:rPr>
              <a:pPr marL="0" marR="0" lvl="0" indent="0" algn="ctr" defTabSz="642915" rtl="0" eaLnBrk="1" fontAlgn="base" latinLnBrk="0" hangingPunct="1">
                <a:lnSpc>
                  <a:spcPct val="100000"/>
                </a:lnSpc>
                <a:spcBef>
                  <a:spcPct val="0"/>
                </a:spcBef>
                <a:spcAft>
                  <a:spcPct val="0"/>
                </a:spcAft>
                <a:buClrTx/>
                <a:buSzTx/>
                <a:buFontTx/>
                <a:buNone/>
                <a:tabLst/>
                <a:defRPr/>
              </a:pPr>
              <a:t>4</a:t>
            </a:fld>
            <a:endParaRPr kumimoji="0" lang="en-GB" sz="2320" b="0" i="0" u="none" strike="noStrike" kern="1200" cap="none" spc="0" normalizeH="0" baseline="0" noProof="0" dirty="0">
              <a:ln>
                <a:noFill/>
              </a:ln>
              <a:solidFill>
                <a:srgbClr val="FFFFFF"/>
              </a:solidFill>
              <a:effectLst/>
              <a:uLnTx/>
              <a:uFillTx/>
              <a:latin typeface="Arial" charset="0"/>
              <a:ea typeface="ヒラギノ角ゴ ProN W3" pitchFamily="-1" charset="-128"/>
              <a:cs typeface="+mn-cs"/>
              <a:sym typeface="Gill Sans" pitchFamily="-1" charset="0"/>
            </a:endParaRPr>
          </a:p>
        </p:txBody>
      </p:sp>
      <p:sp>
        <p:nvSpPr>
          <p:cNvPr id="7" name="Rectangle 2"/>
          <p:cNvSpPr txBox="1">
            <a:spLocks noChangeArrowheads="1"/>
          </p:cNvSpPr>
          <p:nvPr/>
        </p:nvSpPr>
        <p:spPr>
          <a:xfrm>
            <a:off x="436583" y="305332"/>
            <a:ext cx="8267934" cy="792162"/>
          </a:xfrm>
          <a:prstGeom prst="rect">
            <a:avLst/>
          </a:prstGeom>
        </p:spPr>
        <p:txBody>
          <a:bodyPr lIns="87239" tIns="43619" rIns="87239" bIns="43619" anchor="ctr" anchorCtr="0"/>
          <a:lstStyle/>
          <a:p>
            <a:pPr marL="0" marR="0" lvl="0" indent="0" algn="l" defTabSz="642915" rtl="0" eaLnBrk="0" fontAlgn="base" latinLnBrk="0" hangingPunct="0">
              <a:lnSpc>
                <a:spcPct val="90000"/>
              </a:lnSpc>
              <a:spcBef>
                <a:spcPct val="0"/>
              </a:spcBef>
              <a:spcAft>
                <a:spcPct val="0"/>
              </a:spcAft>
              <a:buClrTx/>
              <a:buSzTx/>
              <a:buFontTx/>
              <a:buNone/>
              <a:tabLst/>
              <a:defRPr/>
            </a:pPr>
            <a:r>
              <a:rPr kumimoji="0" lang="en-US" sz="2672" b="0" i="0" u="none" strike="noStrike" kern="0" cap="none" spc="0" normalizeH="0" baseline="0" noProof="0" dirty="0">
                <a:ln>
                  <a:noFill/>
                </a:ln>
                <a:solidFill>
                  <a:srgbClr val="3A4B92"/>
                </a:solidFill>
                <a:effectLst/>
                <a:uLnTx/>
                <a:uFillTx/>
                <a:latin typeface="Arial"/>
                <a:ea typeface="ヒラギノ角ゴ ProN W3" pitchFamily="-1" charset="-128"/>
                <a:cs typeface="+mn-cs"/>
                <a:sym typeface="Gill Sans" pitchFamily="-1" charset="0"/>
              </a:rPr>
              <a:t>2018 Freight Out Cost</a:t>
            </a:r>
          </a:p>
        </p:txBody>
      </p:sp>
      <p:sp>
        <p:nvSpPr>
          <p:cNvPr id="6" name="Content Placeholder 2">
            <a:extLst>
              <a:ext uri="{FF2B5EF4-FFF2-40B4-BE49-F238E27FC236}">
                <a16:creationId xmlns:a16="http://schemas.microsoft.com/office/drawing/2014/main" id="{AD8F9120-BE8D-4A7C-AF46-593C0DB5915D}"/>
              </a:ext>
            </a:extLst>
          </p:cNvPr>
          <p:cNvSpPr txBox="1">
            <a:spLocks/>
          </p:cNvSpPr>
          <p:nvPr/>
        </p:nvSpPr>
        <p:spPr>
          <a:xfrm>
            <a:off x="634762" y="3128778"/>
            <a:ext cx="10734679" cy="2658474"/>
          </a:xfrm>
          <a:prstGeom prst="rect">
            <a:avLst/>
          </a:prstGeom>
        </p:spPr>
        <p:txBody>
          <a:bodyPr wrap="square" lIns="87239" tIns="43619" rIns="87239" bIns="43619">
            <a:spAutoFit/>
          </a:bodyPr>
          <a:lstStyle/>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At the same time, Freight Out expense for 2018 was $12 million, which would potentially be shifted from COGS to Selling Expense providing a net $2 million increase to Gross Margins in 2018 </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If the company elects to keep Freight Out classified as a COGS item the net change for 2018 would be a reduction in gross margin of $9.9 million </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Accounting feels either classification is justifiable, PwC has concurred with that position based on the fact pattern behind freight mechanics at JUUL </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a:p>
            <a:pPr marR="0" lvl="0" algn="l" defTabSz="872356" rtl="0" eaLnBrk="0" fontAlgn="base" latinLnBrk="0" hangingPunct="0">
              <a:lnSpc>
                <a:spcPct val="110000"/>
              </a:lnSpc>
              <a:spcBef>
                <a:spcPts val="573"/>
              </a:spcBef>
              <a:spcAft>
                <a:spcPct val="0"/>
              </a:spcAft>
              <a:buClr>
                <a:srgbClr val="5F6062"/>
              </a:buClr>
              <a:buSzTx/>
              <a:tabLst/>
              <a:defRPr/>
            </a:pP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p:txBody>
      </p:sp>
      <p:graphicFrame>
        <p:nvGraphicFramePr>
          <p:cNvPr id="2" name="Object 1">
            <a:extLst>
              <a:ext uri="{FF2B5EF4-FFF2-40B4-BE49-F238E27FC236}">
                <a16:creationId xmlns:a16="http://schemas.microsoft.com/office/drawing/2014/main" id="{5C221403-8F1C-4777-8636-6DA2B8F30552}"/>
              </a:ext>
            </a:extLst>
          </p:cNvPr>
          <p:cNvGraphicFramePr>
            <a:graphicFrameLocks noChangeAspect="1"/>
          </p:cNvGraphicFramePr>
          <p:nvPr>
            <p:extLst>
              <p:ext uri="{D42A27DB-BD31-4B8C-83A1-F6EECF244321}">
                <p14:modId xmlns:p14="http://schemas.microsoft.com/office/powerpoint/2010/main" val="603705253"/>
              </p:ext>
            </p:extLst>
          </p:nvPr>
        </p:nvGraphicFramePr>
        <p:xfrm>
          <a:off x="2882957" y="1698909"/>
          <a:ext cx="4579502" cy="608606"/>
        </p:xfrm>
        <a:graphic>
          <a:graphicData uri="http://schemas.openxmlformats.org/presentationml/2006/ole">
            <mc:AlternateContent xmlns:mc="http://schemas.openxmlformats.org/markup-compatibility/2006">
              <mc:Choice xmlns:v="urn:schemas-microsoft-com:vml" Requires="v">
                <p:oleObj spid="_x0000_s2067" name="Worksheet" r:id="rId4" imgW="2185955" imgH="290426" progId="Excel.Sheet.12">
                  <p:embed/>
                </p:oleObj>
              </mc:Choice>
              <mc:Fallback>
                <p:oleObj name="Worksheet" r:id="rId4" imgW="2185955" imgH="290426" progId="Excel.Sheet.12">
                  <p:embed/>
                  <p:pic>
                    <p:nvPicPr>
                      <p:cNvPr id="0" name=""/>
                      <p:cNvPicPr/>
                      <p:nvPr/>
                    </p:nvPicPr>
                    <p:blipFill>
                      <a:blip r:embed="rId5"/>
                      <a:stretch>
                        <a:fillRect/>
                      </a:stretch>
                    </p:blipFill>
                    <p:spPr>
                      <a:xfrm>
                        <a:off x="2882957" y="1698909"/>
                        <a:ext cx="4579502" cy="608606"/>
                      </a:xfrm>
                      <a:prstGeom prst="rect">
                        <a:avLst/>
                      </a:prstGeom>
                    </p:spPr>
                  </p:pic>
                </p:oleObj>
              </mc:Fallback>
            </mc:AlternateContent>
          </a:graphicData>
        </a:graphic>
      </p:graphicFrame>
    </p:spTree>
    <p:extLst>
      <p:ext uri="{BB962C8B-B14F-4D97-AF65-F5344CB8AC3E}">
        <p14:creationId xmlns:p14="http://schemas.microsoft.com/office/powerpoint/2010/main" val="1778420705"/>
      </p:ext>
    </p:extLst>
  </p:cSld>
  <p:clrMapOvr>
    <a:masterClrMapping/>
  </p:clrMapOvr>
  <p:transition advTm="2262">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p:cNvSpPr>
            <a:spLocks noGrp="1"/>
          </p:cNvSpPr>
          <p:nvPr>
            <p:ph type="sldNum" sz="quarter" idx="10"/>
          </p:nvPr>
        </p:nvSpPr>
        <p:spPr/>
        <p:txBody>
          <a:bodyPr/>
          <a:lstStyle/>
          <a:p>
            <a:pPr marL="0" marR="0" lvl="0" indent="0" algn="ctr" defTabSz="642915" rtl="0" eaLnBrk="1" fontAlgn="base" latinLnBrk="0" hangingPunct="1">
              <a:lnSpc>
                <a:spcPct val="100000"/>
              </a:lnSpc>
              <a:spcBef>
                <a:spcPct val="0"/>
              </a:spcBef>
              <a:spcAft>
                <a:spcPct val="0"/>
              </a:spcAft>
              <a:buClrTx/>
              <a:buSzTx/>
              <a:buFontTx/>
              <a:buNone/>
              <a:tabLst/>
              <a:defRPr/>
            </a:pPr>
            <a:fld id="{11043A70-37AB-41E1-97F7-5A7B3565E434}" type="slidenum">
              <a:rPr kumimoji="0" lang="en-GB" sz="2320" b="0" i="0" u="none" strike="noStrike" kern="1200" cap="none" spc="0" normalizeH="0" baseline="0" noProof="0">
                <a:ln>
                  <a:noFill/>
                </a:ln>
                <a:solidFill>
                  <a:srgbClr val="FFFFFF"/>
                </a:solidFill>
                <a:effectLst/>
                <a:uLnTx/>
                <a:uFillTx/>
                <a:latin typeface="Arial" charset="0"/>
                <a:ea typeface="ヒラギノ角ゴ ProN W3" pitchFamily="-1" charset="-128"/>
                <a:cs typeface="+mn-cs"/>
                <a:sym typeface="Gill Sans" pitchFamily="-1" charset="0"/>
              </a:rPr>
              <a:pPr marL="0" marR="0" lvl="0" indent="0" algn="ctr" defTabSz="642915" rtl="0" eaLnBrk="1" fontAlgn="base" latinLnBrk="0" hangingPunct="1">
                <a:lnSpc>
                  <a:spcPct val="100000"/>
                </a:lnSpc>
                <a:spcBef>
                  <a:spcPct val="0"/>
                </a:spcBef>
                <a:spcAft>
                  <a:spcPct val="0"/>
                </a:spcAft>
                <a:buClrTx/>
                <a:buSzTx/>
                <a:buFontTx/>
                <a:buNone/>
                <a:tabLst/>
                <a:defRPr/>
              </a:pPr>
              <a:t>5</a:t>
            </a:fld>
            <a:endParaRPr kumimoji="0" lang="en-GB" sz="2320" b="0" i="0" u="none" strike="noStrike" kern="1200" cap="none" spc="0" normalizeH="0" baseline="0" noProof="0" dirty="0">
              <a:ln>
                <a:noFill/>
              </a:ln>
              <a:solidFill>
                <a:srgbClr val="FFFFFF"/>
              </a:solidFill>
              <a:effectLst/>
              <a:uLnTx/>
              <a:uFillTx/>
              <a:latin typeface="Arial" charset="0"/>
              <a:ea typeface="ヒラギノ角ゴ ProN W3" pitchFamily="-1" charset="-128"/>
              <a:cs typeface="+mn-cs"/>
              <a:sym typeface="Gill Sans" pitchFamily="-1" charset="0"/>
            </a:endParaRPr>
          </a:p>
        </p:txBody>
      </p:sp>
      <p:sp>
        <p:nvSpPr>
          <p:cNvPr id="7" name="Rectangle 2"/>
          <p:cNvSpPr txBox="1">
            <a:spLocks noChangeArrowheads="1"/>
          </p:cNvSpPr>
          <p:nvPr/>
        </p:nvSpPr>
        <p:spPr>
          <a:xfrm>
            <a:off x="436582" y="305332"/>
            <a:ext cx="9110829" cy="792162"/>
          </a:xfrm>
          <a:prstGeom prst="rect">
            <a:avLst/>
          </a:prstGeom>
        </p:spPr>
        <p:txBody>
          <a:bodyPr lIns="87239" tIns="43619" rIns="87239" bIns="43619" anchor="ctr" anchorCtr="0"/>
          <a:lstStyle/>
          <a:p>
            <a:pPr marL="0" marR="0" lvl="0" indent="0" algn="l" defTabSz="642915" rtl="0" eaLnBrk="0" fontAlgn="base" latinLnBrk="0" hangingPunct="0">
              <a:lnSpc>
                <a:spcPct val="90000"/>
              </a:lnSpc>
              <a:spcBef>
                <a:spcPct val="0"/>
              </a:spcBef>
              <a:spcAft>
                <a:spcPct val="0"/>
              </a:spcAft>
              <a:buClrTx/>
              <a:buSzTx/>
              <a:buFontTx/>
              <a:buNone/>
              <a:tabLst/>
              <a:defRPr/>
            </a:pPr>
            <a:r>
              <a:rPr kumimoji="0" lang="en-US" sz="2672" b="0" i="0" u="none" strike="noStrike" kern="0" cap="none" spc="0" normalizeH="0" baseline="0" noProof="0" dirty="0">
                <a:ln>
                  <a:noFill/>
                </a:ln>
                <a:solidFill>
                  <a:srgbClr val="3A4B92"/>
                </a:solidFill>
                <a:effectLst/>
                <a:uLnTx/>
                <a:uFillTx/>
                <a:latin typeface="Arial"/>
                <a:ea typeface="ヒラギノ角ゴ ProN W3" pitchFamily="-1" charset="-128"/>
                <a:cs typeface="+mn-cs"/>
                <a:sym typeface="Gill Sans" pitchFamily="-1" charset="0"/>
              </a:rPr>
              <a:t>Impact of Both Scenarios on 2018 Financials</a:t>
            </a:r>
          </a:p>
        </p:txBody>
      </p:sp>
      <p:graphicFrame>
        <p:nvGraphicFramePr>
          <p:cNvPr id="2" name="Object 1">
            <a:extLst>
              <a:ext uri="{FF2B5EF4-FFF2-40B4-BE49-F238E27FC236}">
                <a16:creationId xmlns:a16="http://schemas.microsoft.com/office/drawing/2014/main" id="{0C5AFBDD-3376-4F8F-9AB9-4004FB71FEF0}"/>
              </a:ext>
            </a:extLst>
          </p:cNvPr>
          <p:cNvGraphicFramePr>
            <a:graphicFrameLocks noChangeAspect="1"/>
          </p:cNvGraphicFramePr>
          <p:nvPr>
            <p:extLst>
              <p:ext uri="{D42A27DB-BD31-4B8C-83A1-F6EECF244321}">
                <p14:modId xmlns:p14="http://schemas.microsoft.com/office/powerpoint/2010/main" val="1920658741"/>
              </p:ext>
            </p:extLst>
          </p:nvPr>
        </p:nvGraphicFramePr>
        <p:xfrm>
          <a:off x="1520825" y="1436394"/>
          <a:ext cx="9620250" cy="4251325"/>
        </p:xfrm>
        <a:graphic>
          <a:graphicData uri="http://schemas.openxmlformats.org/presentationml/2006/ole">
            <mc:AlternateContent xmlns:mc="http://schemas.openxmlformats.org/markup-compatibility/2006">
              <mc:Choice xmlns:v="urn:schemas-microsoft-com:vml" Requires="v">
                <p:oleObj spid="_x0000_s4103" name="Worksheet" r:id="rId4" imgW="7879274" imgH="3482309" progId="Excel.Sheet.12">
                  <p:embed/>
                </p:oleObj>
              </mc:Choice>
              <mc:Fallback>
                <p:oleObj name="Worksheet" r:id="rId4" imgW="7879274" imgH="3482309" progId="Excel.Sheet.12">
                  <p:embed/>
                  <p:pic>
                    <p:nvPicPr>
                      <p:cNvPr id="0" name=""/>
                      <p:cNvPicPr/>
                      <p:nvPr/>
                    </p:nvPicPr>
                    <p:blipFill>
                      <a:blip r:embed="rId5"/>
                      <a:stretch>
                        <a:fillRect/>
                      </a:stretch>
                    </p:blipFill>
                    <p:spPr>
                      <a:xfrm>
                        <a:off x="1520825" y="1436394"/>
                        <a:ext cx="9620250" cy="4251325"/>
                      </a:xfrm>
                      <a:prstGeom prst="rect">
                        <a:avLst/>
                      </a:prstGeom>
                    </p:spPr>
                  </p:pic>
                </p:oleObj>
              </mc:Fallback>
            </mc:AlternateContent>
          </a:graphicData>
        </a:graphic>
      </p:graphicFrame>
    </p:spTree>
    <p:extLst>
      <p:ext uri="{BB962C8B-B14F-4D97-AF65-F5344CB8AC3E}">
        <p14:creationId xmlns:p14="http://schemas.microsoft.com/office/powerpoint/2010/main" val="1534428141"/>
      </p:ext>
    </p:extLst>
  </p:cSld>
  <p:clrMapOvr>
    <a:masterClrMapping/>
  </p:clrMapOvr>
  <p:transition advTm="2262">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p:cNvSpPr>
            <a:spLocks noGrp="1"/>
          </p:cNvSpPr>
          <p:nvPr>
            <p:ph type="sldNum" sz="quarter" idx="10"/>
          </p:nvPr>
        </p:nvSpPr>
        <p:spPr/>
        <p:txBody>
          <a:bodyPr/>
          <a:lstStyle/>
          <a:p>
            <a:pPr marL="0" marR="0" lvl="0" indent="0" algn="ctr" defTabSz="642915" rtl="0" eaLnBrk="1" fontAlgn="base" latinLnBrk="0" hangingPunct="1">
              <a:lnSpc>
                <a:spcPct val="100000"/>
              </a:lnSpc>
              <a:spcBef>
                <a:spcPct val="0"/>
              </a:spcBef>
              <a:spcAft>
                <a:spcPct val="0"/>
              </a:spcAft>
              <a:buClrTx/>
              <a:buSzTx/>
              <a:buFontTx/>
              <a:buNone/>
              <a:tabLst/>
              <a:defRPr/>
            </a:pPr>
            <a:fld id="{11043A70-37AB-41E1-97F7-5A7B3565E434}" type="slidenum">
              <a:rPr kumimoji="0" lang="en-GB" sz="2320" b="0" i="0" u="none" strike="noStrike" kern="1200" cap="none" spc="0" normalizeH="0" baseline="0" noProof="0">
                <a:ln>
                  <a:noFill/>
                </a:ln>
                <a:solidFill>
                  <a:srgbClr val="FFFFFF"/>
                </a:solidFill>
                <a:effectLst/>
                <a:uLnTx/>
                <a:uFillTx/>
                <a:latin typeface="Arial" charset="0"/>
                <a:ea typeface="ヒラギノ角ゴ ProN W3" pitchFamily="-1" charset="-128"/>
                <a:cs typeface="+mn-cs"/>
                <a:sym typeface="Gill Sans" pitchFamily="-1" charset="0"/>
              </a:rPr>
              <a:pPr marL="0" marR="0" lvl="0" indent="0" algn="ctr" defTabSz="642915" rtl="0" eaLnBrk="1" fontAlgn="base" latinLnBrk="0" hangingPunct="1">
                <a:lnSpc>
                  <a:spcPct val="100000"/>
                </a:lnSpc>
                <a:spcBef>
                  <a:spcPct val="0"/>
                </a:spcBef>
                <a:spcAft>
                  <a:spcPct val="0"/>
                </a:spcAft>
                <a:buClrTx/>
                <a:buSzTx/>
                <a:buFontTx/>
                <a:buNone/>
                <a:tabLst/>
                <a:defRPr/>
              </a:pPr>
              <a:t>6</a:t>
            </a:fld>
            <a:endParaRPr kumimoji="0" lang="en-GB" sz="2320" b="0" i="0" u="none" strike="noStrike" kern="1200" cap="none" spc="0" normalizeH="0" baseline="0" noProof="0" dirty="0">
              <a:ln>
                <a:noFill/>
              </a:ln>
              <a:solidFill>
                <a:srgbClr val="FFFFFF"/>
              </a:solidFill>
              <a:effectLst/>
              <a:uLnTx/>
              <a:uFillTx/>
              <a:latin typeface="Arial" charset="0"/>
              <a:ea typeface="ヒラギノ角ゴ ProN W3" pitchFamily="-1" charset="-128"/>
              <a:cs typeface="+mn-cs"/>
              <a:sym typeface="Gill Sans" pitchFamily="-1" charset="0"/>
            </a:endParaRPr>
          </a:p>
        </p:txBody>
      </p:sp>
      <p:sp>
        <p:nvSpPr>
          <p:cNvPr id="7" name="Rectangle 2"/>
          <p:cNvSpPr txBox="1">
            <a:spLocks noChangeArrowheads="1"/>
          </p:cNvSpPr>
          <p:nvPr/>
        </p:nvSpPr>
        <p:spPr>
          <a:xfrm>
            <a:off x="436582" y="305332"/>
            <a:ext cx="9110829" cy="792162"/>
          </a:xfrm>
          <a:prstGeom prst="rect">
            <a:avLst/>
          </a:prstGeom>
        </p:spPr>
        <p:txBody>
          <a:bodyPr lIns="87239" tIns="43619" rIns="87239" bIns="43619" anchor="ctr" anchorCtr="0"/>
          <a:lstStyle/>
          <a:p>
            <a:pPr marL="0" marR="0" lvl="0" indent="0" algn="l" defTabSz="642915" rtl="0" eaLnBrk="0" fontAlgn="base" latinLnBrk="0" hangingPunct="0">
              <a:lnSpc>
                <a:spcPct val="90000"/>
              </a:lnSpc>
              <a:spcBef>
                <a:spcPct val="0"/>
              </a:spcBef>
              <a:spcAft>
                <a:spcPct val="0"/>
              </a:spcAft>
              <a:buClrTx/>
              <a:buSzTx/>
              <a:buFontTx/>
              <a:buNone/>
              <a:tabLst/>
              <a:defRPr/>
            </a:pPr>
            <a:r>
              <a:rPr kumimoji="0" lang="en-US" sz="2672" b="0" i="0" u="none" strike="noStrike" kern="0" cap="none" spc="0" normalizeH="0" baseline="0" noProof="0" dirty="0">
                <a:ln>
                  <a:noFill/>
                </a:ln>
                <a:solidFill>
                  <a:srgbClr val="3A4B92"/>
                </a:solidFill>
                <a:effectLst/>
                <a:uLnTx/>
                <a:uFillTx/>
                <a:latin typeface="Arial"/>
                <a:ea typeface="ヒラギノ角ゴ ProN W3" pitchFamily="-1" charset="-128"/>
                <a:cs typeface="+mn-cs"/>
                <a:sym typeface="Gill Sans" pitchFamily="-1" charset="0"/>
              </a:rPr>
              <a:t>Impact to 2019 Projections – Assuming Freight Out Reclassification</a:t>
            </a:r>
          </a:p>
        </p:txBody>
      </p:sp>
      <p:graphicFrame>
        <p:nvGraphicFramePr>
          <p:cNvPr id="4" name="Object 3">
            <a:extLst>
              <a:ext uri="{FF2B5EF4-FFF2-40B4-BE49-F238E27FC236}">
                <a16:creationId xmlns:a16="http://schemas.microsoft.com/office/drawing/2014/main" id="{37A271C1-7DB2-4C09-98BB-8C188C214D3B}"/>
              </a:ext>
            </a:extLst>
          </p:cNvPr>
          <p:cNvGraphicFramePr>
            <a:graphicFrameLocks noChangeAspect="1"/>
          </p:cNvGraphicFramePr>
          <p:nvPr>
            <p:extLst>
              <p:ext uri="{D42A27DB-BD31-4B8C-83A1-F6EECF244321}">
                <p14:modId xmlns:p14="http://schemas.microsoft.com/office/powerpoint/2010/main" val="3654243669"/>
              </p:ext>
            </p:extLst>
          </p:nvPr>
        </p:nvGraphicFramePr>
        <p:xfrm>
          <a:off x="2414588" y="1302691"/>
          <a:ext cx="9631362" cy="4999037"/>
        </p:xfrm>
        <a:graphic>
          <a:graphicData uri="http://schemas.openxmlformats.org/presentationml/2006/ole">
            <mc:AlternateContent xmlns:mc="http://schemas.openxmlformats.org/markup-compatibility/2006">
              <mc:Choice xmlns:v="urn:schemas-microsoft-com:vml" Requires="v">
                <p:oleObj spid="_x0000_s3088" name="Worksheet" r:id="rId4" imgW="9631539" imgH="4998846" progId="Excel.Sheet.12">
                  <p:embed/>
                </p:oleObj>
              </mc:Choice>
              <mc:Fallback>
                <p:oleObj name="Worksheet" r:id="rId4" imgW="9631539" imgH="4998846" progId="Excel.Sheet.12">
                  <p:embed/>
                  <p:pic>
                    <p:nvPicPr>
                      <p:cNvPr id="0" name=""/>
                      <p:cNvPicPr/>
                      <p:nvPr/>
                    </p:nvPicPr>
                    <p:blipFill>
                      <a:blip r:embed="rId5"/>
                      <a:stretch>
                        <a:fillRect/>
                      </a:stretch>
                    </p:blipFill>
                    <p:spPr>
                      <a:xfrm>
                        <a:off x="2414588" y="1302691"/>
                        <a:ext cx="9631362" cy="4999037"/>
                      </a:xfrm>
                      <a:prstGeom prst="rect">
                        <a:avLst/>
                      </a:prstGeom>
                    </p:spPr>
                  </p:pic>
                </p:oleObj>
              </mc:Fallback>
            </mc:AlternateContent>
          </a:graphicData>
        </a:graphic>
      </p:graphicFrame>
    </p:spTree>
    <p:extLst>
      <p:ext uri="{BB962C8B-B14F-4D97-AF65-F5344CB8AC3E}">
        <p14:creationId xmlns:p14="http://schemas.microsoft.com/office/powerpoint/2010/main" val="1820637530"/>
      </p:ext>
    </p:extLst>
  </p:cSld>
  <p:clrMapOvr>
    <a:masterClrMapping/>
  </p:clrMapOvr>
  <p:transition advTm="2262">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p:cNvSpPr>
            <a:spLocks noGrp="1"/>
          </p:cNvSpPr>
          <p:nvPr>
            <p:ph type="sldNum" sz="quarter" idx="10"/>
          </p:nvPr>
        </p:nvSpPr>
        <p:spPr/>
        <p:txBody>
          <a:bodyPr/>
          <a:lstStyle/>
          <a:p>
            <a:pPr marL="0" marR="0" lvl="0" indent="0" algn="ctr" defTabSz="642915" rtl="0" eaLnBrk="1" fontAlgn="base" latinLnBrk="0" hangingPunct="1">
              <a:lnSpc>
                <a:spcPct val="100000"/>
              </a:lnSpc>
              <a:spcBef>
                <a:spcPct val="0"/>
              </a:spcBef>
              <a:spcAft>
                <a:spcPct val="0"/>
              </a:spcAft>
              <a:buClrTx/>
              <a:buSzTx/>
              <a:buFontTx/>
              <a:buNone/>
              <a:tabLst/>
              <a:defRPr/>
            </a:pPr>
            <a:fld id="{11043A70-37AB-41E1-97F7-5A7B3565E434}" type="slidenum">
              <a:rPr kumimoji="0" lang="en-GB" sz="2320" b="0" i="0" u="none" strike="noStrike" kern="1200" cap="none" spc="0" normalizeH="0" baseline="0" noProof="0">
                <a:ln>
                  <a:noFill/>
                </a:ln>
                <a:solidFill>
                  <a:srgbClr val="FFFFFF"/>
                </a:solidFill>
                <a:effectLst/>
                <a:uLnTx/>
                <a:uFillTx/>
                <a:latin typeface="Arial" charset="0"/>
                <a:ea typeface="ヒラギノ角ゴ ProN W3" pitchFamily="-1" charset="-128"/>
                <a:cs typeface="+mn-cs"/>
                <a:sym typeface="Gill Sans" pitchFamily="-1" charset="0"/>
              </a:rPr>
              <a:pPr marL="0" marR="0" lvl="0" indent="0" algn="ctr" defTabSz="642915" rtl="0" eaLnBrk="1" fontAlgn="base" latinLnBrk="0" hangingPunct="1">
                <a:lnSpc>
                  <a:spcPct val="100000"/>
                </a:lnSpc>
                <a:spcBef>
                  <a:spcPct val="0"/>
                </a:spcBef>
                <a:spcAft>
                  <a:spcPct val="0"/>
                </a:spcAft>
                <a:buClrTx/>
                <a:buSzTx/>
                <a:buFontTx/>
                <a:buNone/>
                <a:tabLst/>
                <a:defRPr/>
              </a:pPr>
              <a:t>7</a:t>
            </a:fld>
            <a:endParaRPr kumimoji="0" lang="en-GB" sz="2320" b="0" i="0" u="none" strike="noStrike" kern="1200" cap="none" spc="0" normalizeH="0" baseline="0" noProof="0" dirty="0">
              <a:ln>
                <a:noFill/>
              </a:ln>
              <a:solidFill>
                <a:srgbClr val="FFFFFF"/>
              </a:solidFill>
              <a:effectLst/>
              <a:uLnTx/>
              <a:uFillTx/>
              <a:latin typeface="Arial" charset="0"/>
              <a:ea typeface="ヒラギノ角ゴ ProN W3" pitchFamily="-1" charset="-128"/>
              <a:cs typeface="+mn-cs"/>
              <a:sym typeface="Gill Sans" pitchFamily="-1" charset="0"/>
            </a:endParaRPr>
          </a:p>
        </p:txBody>
      </p:sp>
      <p:sp>
        <p:nvSpPr>
          <p:cNvPr id="7" name="Rectangle 2"/>
          <p:cNvSpPr txBox="1">
            <a:spLocks noChangeArrowheads="1"/>
          </p:cNvSpPr>
          <p:nvPr/>
        </p:nvSpPr>
        <p:spPr>
          <a:xfrm>
            <a:off x="436583" y="305332"/>
            <a:ext cx="8267934" cy="792162"/>
          </a:xfrm>
          <a:prstGeom prst="rect">
            <a:avLst/>
          </a:prstGeom>
        </p:spPr>
        <p:txBody>
          <a:bodyPr lIns="87239" tIns="43619" rIns="87239" bIns="43619" anchor="ctr" anchorCtr="0"/>
          <a:lstStyle/>
          <a:p>
            <a:pPr marL="0" marR="0" lvl="0" indent="0" algn="l" defTabSz="642915" rtl="0" eaLnBrk="0" fontAlgn="base" latinLnBrk="0" hangingPunct="0">
              <a:lnSpc>
                <a:spcPct val="90000"/>
              </a:lnSpc>
              <a:spcBef>
                <a:spcPct val="0"/>
              </a:spcBef>
              <a:spcAft>
                <a:spcPct val="0"/>
              </a:spcAft>
              <a:buClrTx/>
              <a:buSzTx/>
              <a:buFontTx/>
              <a:buNone/>
              <a:tabLst/>
              <a:defRPr/>
            </a:pPr>
            <a:r>
              <a:rPr lang="en-US" sz="2672" kern="0" dirty="0">
                <a:solidFill>
                  <a:srgbClr val="3A4B92"/>
                </a:solidFill>
                <a:latin typeface="Arial"/>
                <a:ea typeface="ヒラギノ角ゴ ProN W3" pitchFamily="-1" charset="-128"/>
                <a:sym typeface="Gill Sans" pitchFamily="-1" charset="0"/>
              </a:rPr>
              <a:t>Summary</a:t>
            </a:r>
            <a:endParaRPr kumimoji="0" lang="en-US" sz="2672" b="0" i="0" u="none" strike="noStrike" kern="0" cap="none" spc="0" normalizeH="0" baseline="0" noProof="0" dirty="0">
              <a:ln>
                <a:noFill/>
              </a:ln>
              <a:solidFill>
                <a:srgbClr val="3A4B92"/>
              </a:solidFill>
              <a:effectLst/>
              <a:uLnTx/>
              <a:uFillTx/>
              <a:latin typeface="Arial"/>
              <a:ea typeface="ヒラギノ角ゴ ProN W3" pitchFamily="-1" charset="-128"/>
              <a:cs typeface="+mn-cs"/>
              <a:sym typeface="Gill Sans" pitchFamily="-1" charset="0"/>
            </a:endParaRPr>
          </a:p>
        </p:txBody>
      </p:sp>
      <p:sp>
        <p:nvSpPr>
          <p:cNvPr id="6" name="Content Placeholder 2">
            <a:extLst>
              <a:ext uri="{FF2B5EF4-FFF2-40B4-BE49-F238E27FC236}">
                <a16:creationId xmlns:a16="http://schemas.microsoft.com/office/drawing/2014/main" id="{AD8F9120-BE8D-4A7C-AF46-593C0DB5915D}"/>
              </a:ext>
            </a:extLst>
          </p:cNvPr>
          <p:cNvSpPr txBox="1">
            <a:spLocks/>
          </p:cNvSpPr>
          <p:nvPr/>
        </p:nvSpPr>
        <p:spPr>
          <a:xfrm>
            <a:off x="548701" y="1692632"/>
            <a:ext cx="10734679" cy="2658474"/>
          </a:xfrm>
          <a:prstGeom prst="rect">
            <a:avLst/>
          </a:prstGeom>
        </p:spPr>
        <p:txBody>
          <a:bodyPr wrap="square" lIns="87239" tIns="43619" rIns="87239" bIns="43619">
            <a:spAutoFit/>
          </a:bodyPr>
          <a:lstStyle/>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rPr>
              <a:t>For 2019 the net impact of reclassifying Freight Out expense to below the Gross Margin line is roughly 47 bps improvement </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Assuming Supply Chain demonstrates operating leverage over headcount as the company grows this benefit should increase in subsequent years as freight out expense would grow at a faster rate than headcount </a:t>
            </a: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r>
              <a:rPr lang="en-US" sz="1687" kern="0" dirty="0">
                <a:solidFill>
                  <a:srgbClr val="000000"/>
                </a:solidFill>
                <a:latin typeface="Arial"/>
                <a:ea typeface="ヒラギノ角ゴ ProN W3" pitchFamily="-1" charset="-128"/>
                <a:sym typeface="Gill Sans" pitchFamily="-1" charset="0"/>
              </a:rPr>
              <a:t>Decision to be made by Exec team is what is the preference on go forward treatment knowing any changes in the future would require significant justification to change and trigger retroactive restatements </a:t>
            </a: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a:p>
            <a:pPr marL="241093" marR="0" lvl="0" indent="-241093" algn="l" defTabSz="872356" rtl="0" eaLnBrk="0" fontAlgn="base" latinLnBrk="0" hangingPunct="0">
              <a:lnSpc>
                <a:spcPct val="110000"/>
              </a:lnSpc>
              <a:spcBef>
                <a:spcPts val="573"/>
              </a:spcBef>
              <a:spcAft>
                <a:spcPct val="0"/>
              </a:spcAft>
              <a:buClr>
                <a:srgbClr val="5F6062"/>
              </a:buClr>
              <a:buSzTx/>
              <a:buFont typeface="Arial" panose="020B0604020202020204" pitchFamily="34" charset="0"/>
              <a:buChar char="•"/>
              <a:tabLst/>
              <a:defRPr/>
            </a:pP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a:p>
            <a:pPr marL="0" marR="0" lvl="0" indent="0" algn="l" defTabSz="872356" rtl="0" eaLnBrk="0" fontAlgn="base" latinLnBrk="0" hangingPunct="0">
              <a:lnSpc>
                <a:spcPct val="110000"/>
              </a:lnSpc>
              <a:spcBef>
                <a:spcPts val="573"/>
              </a:spcBef>
              <a:spcAft>
                <a:spcPct val="0"/>
              </a:spcAft>
              <a:buClr>
                <a:srgbClr val="5F6062"/>
              </a:buClr>
              <a:buSzTx/>
              <a:buFontTx/>
              <a:buNone/>
              <a:tabLst/>
              <a:defRPr/>
            </a:pPr>
            <a:endParaRPr kumimoji="0" lang="en-US" sz="1687" b="0" i="0" u="none" strike="noStrike" kern="0" cap="none" spc="0" normalizeH="0" baseline="0" noProof="0" dirty="0">
              <a:ln>
                <a:noFill/>
              </a:ln>
              <a:solidFill>
                <a:srgbClr val="000000"/>
              </a:solidFill>
              <a:effectLst/>
              <a:uLnTx/>
              <a:uFillTx/>
              <a:latin typeface="Arial"/>
              <a:ea typeface="ヒラギノ角ゴ ProN W3" pitchFamily="-1" charset="-128"/>
              <a:cs typeface="+mn-cs"/>
              <a:sym typeface="Gill Sans" pitchFamily="-1" charset="0"/>
            </a:endParaRPr>
          </a:p>
        </p:txBody>
      </p:sp>
    </p:spTree>
    <p:extLst>
      <p:ext uri="{BB962C8B-B14F-4D97-AF65-F5344CB8AC3E}">
        <p14:creationId xmlns:p14="http://schemas.microsoft.com/office/powerpoint/2010/main" val="3454695860"/>
      </p:ext>
    </p:extLst>
  </p:cSld>
  <p:clrMapOvr>
    <a:masterClrMapping/>
  </p:clrMapOvr>
  <p:transition advTm="2262">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tle Onl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itle Only">
      <a:majorFont>
        <a:latin typeface="Helvetica"/>
        <a:ea typeface="ヒラギノ角ゴ ProN W3"/>
        <a:cs typeface="ヒラギノ角ゴ ProN W3"/>
      </a:majorFont>
      <a:minorFont>
        <a:latin typeface="Helvetica"/>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pitchFamily="-1" charset="0"/>
            <a:ea typeface="ヒラギノ角ゴ ProN W3" pitchFamily="-1" charset="-128"/>
            <a:cs typeface="ヒラギノ角ゴ ProN W3" pitchFamily="-1" charset="-128"/>
            <a:sym typeface="Gill Sans" pitchFamily="-1"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pitchFamily="-1" charset="0"/>
            <a:ea typeface="ヒラギノ角ゴ ProN W3" pitchFamily="-1" charset="-128"/>
            <a:cs typeface="ヒラギノ角ゴ ProN W3" pitchFamily="-1" charset="-128"/>
            <a:sym typeface="Gill Sans" pitchFamily="-1"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ASB 2003">
  <a:themeElements>
    <a:clrScheme name="Office Theme 15">
      <a:dk1>
        <a:srgbClr val="5F6062"/>
      </a:dk1>
      <a:lt1>
        <a:srgbClr val="FFFFFF"/>
      </a:lt1>
      <a:dk2>
        <a:srgbClr val="1D3766"/>
      </a:dk2>
      <a:lt2>
        <a:srgbClr val="B31E3B"/>
      </a:lt2>
      <a:accent1>
        <a:srgbClr val="4184A9"/>
      </a:accent1>
      <a:accent2>
        <a:srgbClr val="B3AA7E"/>
      </a:accent2>
      <a:accent3>
        <a:srgbClr val="FFFFFF"/>
      </a:accent3>
      <a:accent4>
        <a:srgbClr val="505153"/>
      </a:accent4>
      <a:accent5>
        <a:srgbClr val="B0C2D1"/>
      </a:accent5>
      <a:accent6>
        <a:srgbClr val="A29A72"/>
      </a:accent6>
      <a:hlink>
        <a:srgbClr val="CE7019"/>
      </a:hlink>
      <a:folHlink>
        <a:srgbClr val="8DA381"/>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ffice Theme 13">
        <a:dk1>
          <a:srgbClr val="5F6062"/>
        </a:dk1>
        <a:lt1>
          <a:srgbClr val="FFFFFF"/>
        </a:lt1>
        <a:dk2>
          <a:srgbClr val="1D3766"/>
        </a:dk2>
        <a:lt2>
          <a:srgbClr val="B31E3B"/>
        </a:lt2>
        <a:accent1>
          <a:srgbClr val="4F7033"/>
        </a:accent1>
        <a:accent2>
          <a:srgbClr val="7EB0CD"/>
        </a:accent2>
        <a:accent3>
          <a:srgbClr val="FFFFFF"/>
        </a:accent3>
        <a:accent4>
          <a:srgbClr val="505153"/>
        </a:accent4>
        <a:accent5>
          <a:srgbClr val="B2BBAD"/>
        </a:accent5>
        <a:accent6>
          <a:srgbClr val="729FBA"/>
        </a:accent6>
        <a:hlink>
          <a:srgbClr val="B3AA7E"/>
        </a:hlink>
        <a:folHlink>
          <a:srgbClr val="CE7019"/>
        </a:folHlink>
      </a:clrScheme>
      <a:clrMap bg1="lt1" tx1="dk1" bg2="lt2" tx2="dk2" accent1="accent1" accent2="accent2" accent3="accent3" accent4="accent4" accent5="accent5" accent6="accent6" hlink="hlink" folHlink="folHlink"/>
    </a:extraClrScheme>
    <a:extraClrScheme>
      <a:clrScheme name="Office Theme 14">
        <a:dk1>
          <a:srgbClr val="5F6062"/>
        </a:dk1>
        <a:lt1>
          <a:srgbClr val="FFFFFF"/>
        </a:lt1>
        <a:dk2>
          <a:srgbClr val="78496A"/>
        </a:dk2>
        <a:lt2>
          <a:srgbClr val="B31E3B"/>
        </a:lt2>
        <a:accent1>
          <a:srgbClr val="4F7033"/>
        </a:accent1>
        <a:accent2>
          <a:srgbClr val="7EB0CD"/>
        </a:accent2>
        <a:accent3>
          <a:srgbClr val="FFFFFF"/>
        </a:accent3>
        <a:accent4>
          <a:srgbClr val="505153"/>
        </a:accent4>
        <a:accent5>
          <a:srgbClr val="B2BBAD"/>
        </a:accent5>
        <a:accent6>
          <a:srgbClr val="729FBA"/>
        </a:accent6>
        <a:hlink>
          <a:srgbClr val="B3AA7E"/>
        </a:hlink>
        <a:folHlink>
          <a:srgbClr val="CE7019"/>
        </a:folHlink>
      </a:clrScheme>
      <a:clrMap bg1="lt1" tx1="dk1" bg2="lt2" tx2="dk2" accent1="accent1" accent2="accent2" accent3="accent3" accent4="accent4" accent5="accent5" accent6="accent6" hlink="hlink" folHlink="folHlink"/>
    </a:extraClrScheme>
    <a:extraClrScheme>
      <a:clrScheme name="Office Theme 15">
        <a:dk1>
          <a:srgbClr val="5F6062"/>
        </a:dk1>
        <a:lt1>
          <a:srgbClr val="FFFFFF"/>
        </a:lt1>
        <a:dk2>
          <a:srgbClr val="1D3766"/>
        </a:dk2>
        <a:lt2>
          <a:srgbClr val="B31E3B"/>
        </a:lt2>
        <a:accent1>
          <a:srgbClr val="4184A9"/>
        </a:accent1>
        <a:accent2>
          <a:srgbClr val="B3AA7E"/>
        </a:accent2>
        <a:accent3>
          <a:srgbClr val="FFFFFF"/>
        </a:accent3>
        <a:accent4>
          <a:srgbClr val="505153"/>
        </a:accent4>
        <a:accent5>
          <a:srgbClr val="B0C2D1"/>
        </a:accent5>
        <a:accent6>
          <a:srgbClr val="A29A72"/>
        </a:accent6>
        <a:hlink>
          <a:srgbClr val="CE7019"/>
        </a:hlink>
        <a:folHlink>
          <a:srgbClr val="8DA381"/>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TotalTime>
  <Words>462</Words>
  <Application>Microsoft Office PowerPoint</Application>
  <PresentationFormat>Widescreen</PresentationFormat>
  <Paragraphs>39</Paragraphs>
  <Slides>7</Slides>
  <Notes>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7</vt:i4>
      </vt:variant>
    </vt:vector>
  </HeadingPairs>
  <TitlesOfParts>
    <vt:vector size="17" baseType="lpstr">
      <vt:lpstr>ＭＳ Ｐゴシック</vt:lpstr>
      <vt:lpstr>Arial</vt:lpstr>
      <vt:lpstr>Calibri</vt:lpstr>
      <vt:lpstr>Gill Sans</vt:lpstr>
      <vt:lpstr>Helvetica</vt:lpstr>
      <vt:lpstr>Lucida Grande</vt:lpstr>
      <vt:lpstr>ヒラギノ角ゴ ProN W3</vt:lpstr>
      <vt:lpstr>Title Only</vt:lpstr>
      <vt:lpstr>IASB 2003</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 Coccovillo</dc:creator>
  <cp:lastModifiedBy> </cp:lastModifiedBy>
  <cp:revision>20</cp:revision>
  <dcterms:created xsi:type="dcterms:W3CDTF">2019-03-13T03:40:59Z</dcterms:created>
  <dcterms:modified xsi:type="dcterms:W3CDTF">2019-03-14T16:43:14Z</dcterms:modified>
</cp:coreProperties>
</file>